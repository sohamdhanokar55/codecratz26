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Bitter Bold" panose="020B0604020202020204" charset="0"/>
      <p:regular r:id="rId11"/>
    </p:embeddedFont>
    <p:embeddedFont>
      <p:font typeface="Canva Sans Bold" panose="020B0604020202020204" charset="0"/>
      <p:regular r:id="rId12"/>
    </p:embeddedFont>
    <p:embeddedFont>
      <p:font typeface="Futura Ultra-Bold" panose="020B0604020202020204" charset="0"/>
      <p:regular r:id="rId13"/>
    </p:embeddedFont>
    <p:embeddedFont>
      <p:font typeface="Garet" panose="020B0604020202020204" charset="0"/>
      <p:regular r:id="rId14"/>
    </p:embeddedFont>
    <p:embeddedFont>
      <p:font typeface="Garet 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12" Type="http://schemas.openxmlformats.org/officeDocument/2006/relationships/image" Target="../media/image11.svg"/><Relationship Id="rId17" Type="http://schemas.openxmlformats.org/officeDocument/2006/relationships/image" Target="../media/image16.svg"/><Relationship Id="rId2" Type="http://schemas.openxmlformats.org/officeDocument/2006/relationships/image" Target="../media/image1.jpe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gif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3.sv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3.svg"/><Relationship Id="rId7" Type="http://schemas.openxmlformats.org/officeDocument/2006/relationships/image" Target="../media/image8.svg"/><Relationship Id="rId12" Type="http://schemas.openxmlformats.org/officeDocument/2006/relationships/image" Target="../media/image14.svg"/><Relationship Id="rId2" Type="http://schemas.openxmlformats.org/officeDocument/2006/relationships/image" Target="../media/image2.png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3.png"/><Relationship Id="rId5" Type="http://schemas.openxmlformats.org/officeDocument/2006/relationships/image" Target="../media/image6.svg"/><Relationship Id="rId15" Type="http://schemas.openxmlformats.org/officeDocument/2006/relationships/image" Target="../media/image18.png"/><Relationship Id="rId10" Type="http://schemas.openxmlformats.org/officeDocument/2006/relationships/image" Target="../media/image12.png"/><Relationship Id="rId4" Type="http://schemas.openxmlformats.org/officeDocument/2006/relationships/image" Target="../media/image5.png"/><Relationship Id="rId9" Type="http://schemas.openxmlformats.org/officeDocument/2006/relationships/image" Target="../media/image11.svg"/><Relationship Id="rId14" Type="http://schemas.openxmlformats.org/officeDocument/2006/relationships/image" Target="../media/image16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3.svg"/><Relationship Id="rId7" Type="http://schemas.openxmlformats.org/officeDocument/2006/relationships/image" Target="../media/image8.svg"/><Relationship Id="rId12" Type="http://schemas.openxmlformats.org/officeDocument/2006/relationships/image" Target="../media/image14.svg"/><Relationship Id="rId2" Type="http://schemas.openxmlformats.org/officeDocument/2006/relationships/image" Target="../media/image2.png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3.png"/><Relationship Id="rId5" Type="http://schemas.openxmlformats.org/officeDocument/2006/relationships/image" Target="../media/image6.svg"/><Relationship Id="rId15" Type="http://schemas.openxmlformats.org/officeDocument/2006/relationships/image" Target="../media/image18.png"/><Relationship Id="rId10" Type="http://schemas.openxmlformats.org/officeDocument/2006/relationships/image" Target="../media/image12.png"/><Relationship Id="rId4" Type="http://schemas.openxmlformats.org/officeDocument/2006/relationships/image" Target="../media/image5.png"/><Relationship Id="rId9" Type="http://schemas.openxmlformats.org/officeDocument/2006/relationships/image" Target="../media/image11.svg"/><Relationship Id="rId14" Type="http://schemas.openxmlformats.org/officeDocument/2006/relationships/image" Target="../media/image16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3.svg"/><Relationship Id="rId7" Type="http://schemas.openxmlformats.org/officeDocument/2006/relationships/image" Target="../media/image8.svg"/><Relationship Id="rId12" Type="http://schemas.openxmlformats.org/officeDocument/2006/relationships/image" Target="../media/image14.svg"/><Relationship Id="rId2" Type="http://schemas.openxmlformats.org/officeDocument/2006/relationships/image" Target="../media/image2.png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3.png"/><Relationship Id="rId5" Type="http://schemas.openxmlformats.org/officeDocument/2006/relationships/image" Target="../media/image6.svg"/><Relationship Id="rId15" Type="http://schemas.openxmlformats.org/officeDocument/2006/relationships/image" Target="../media/image18.png"/><Relationship Id="rId10" Type="http://schemas.openxmlformats.org/officeDocument/2006/relationships/image" Target="../media/image12.png"/><Relationship Id="rId4" Type="http://schemas.openxmlformats.org/officeDocument/2006/relationships/image" Target="../media/image5.png"/><Relationship Id="rId9" Type="http://schemas.openxmlformats.org/officeDocument/2006/relationships/image" Target="../media/image11.svg"/><Relationship Id="rId14" Type="http://schemas.openxmlformats.org/officeDocument/2006/relationships/image" Target="../media/image16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3.svg"/><Relationship Id="rId7" Type="http://schemas.openxmlformats.org/officeDocument/2006/relationships/image" Target="../media/image8.svg"/><Relationship Id="rId12" Type="http://schemas.openxmlformats.org/officeDocument/2006/relationships/image" Target="../media/image14.svg"/><Relationship Id="rId2" Type="http://schemas.openxmlformats.org/officeDocument/2006/relationships/image" Target="../media/image2.png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3.png"/><Relationship Id="rId5" Type="http://schemas.openxmlformats.org/officeDocument/2006/relationships/image" Target="../media/image6.svg"/><Relationship Id="rId15" Type="http://schemas.openxmlformats.org/officeDocument/2006/relationships/image" Target="../media/image18.png"/><Relationship Id="rId10" Type="http://schemas.openxmlformats.org/officeDocument/2006/relationships/image" Target="../media/image12.png"/><Relationship Id="rId4" Type="http://schemas.openxmlformats.org/officeDocument/2006/relationships/image" Target="../media/image5.png"/><Relationship Id="rId9" Type="http://schemas.openxmlformats.org/officeDocument/2006/relationships/image" Target="../media/image11.svg"/><Relationship Id="rId14" Type="http://schemas.openxmlformats.org/officeDocument/2006/relationships/image" Target="../media/image16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3.svg"/><Relationship Id="rId7" Type="http://schemas.openxmlformats.org/officeDocument/2006/relationships/image" Target="../media/image8.svg"/><Relationship Id="rId12" Type="http://schemas.openxmlformats.org/officeDocument/2006/relationships/image" Target="../media/image14.svg"/><Relationship Id="rId2" Type="http://schemas.openxmlformats.org/officeDocument/2006/relationships/image" Target="../media/image2.png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3.png"/><Relationship Id="rId5" Type="http://schemas.openxmlformats.org/officeDocument/2006/relationships/image" Target="../media/image6.svg"/><Relationship Id="rId15" Type="http://schemas.openxmlformats.org/officeDocument/2006/relationships/image" Target="../media/image18.png"/><Relationship Id="rId10" Type="http://schemas.openxmlformats.org/officeDocument/2006/relationships/image" Target="../media/image12.png"/><Relationship Id="rId4" Type="http://schemas.openxmlformats.org/officeDocument/2006/relationships/image" Target="../media/image5.png"/><Relationship Id="rId9" Type="http://schemas.openxmlformats.org/officeDocument/2006/relationships/image" Target="../media/image11.svg"/><Relationship Id="rId14" Type="http://schemas.openxmlformats.org/officeDocument/2006/relationships/image" Target="../media/image16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3.svg"/><Relationship Id="rId7" Type="http://schemas.openxmlformats.org/officeDocument/2006/relationships/image" Target="../media/image8.svg"/><Relationship Id="rId12" Type="http://schemas.openxmlformats.org/officeDocument/2006/relationships/image" Target="../media/image14.svg"/><Relationship Id="rId2" Type="http://schemas.openxmlformats.org/officeDocument/2006/relationships/image" Target="../media/image2.png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3.png"/><Relationship Id="rId5" Type="http://schemas.openxmlformats.org/officeDocument/2006/relationships/image" Target="../media/image6.svg"/><Relationship Id="rId15" Type="http://schemas.openxmlformats.org/officeDocument/2006/relationships/image" Target="../media/image18.png"/><Relationship Id="rId10" Type="http://schemas.openxmlformats.org/officeDocument/2006/relationships/image" Target="../media/image12.png"/><Relationship Id="rId4" Type="http://schemas.openxmlformats.org/officeDocument/2006/relationships/image" Target="../media/image5.png"/><Relationship Id="rId9" Type="http://schemas.openxmlformats.org/officeDocument/2006/relationships/image" Target="../media/image11.svg"/><Relationship Id="rId14" Type="http://schemas.openxmlformats.org/officeDocument/2006/relationships/image" Target="../media/image16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3.png"/><Relationship Id="rId18" Type="http://schemas.openxmlformats.org/officeDocument/2006/relationships/image" Target="../media/image17.png"/><Relationship Id="rId3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12.png"/><Relationship Id="rId17" Type="http://schemas.openxmlformats.org/officeDocument/2006/relationships/image" Target="../media/image18.png"/><Relationship Id="rId2" Type="http://schemas.openxmlformats.org/officeDocument/2006/relationships/image" Target="../media/image19.png"/><Relationship Id="rId16" Type="http://schemas.openxmlformats.org/officeDocument/2006/relationships/image" Target="../media/image1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1.svg"/><Relationship Id="rId5" Type="http://schemas.openxmlformats.org/officeDocument/2006/relationships/image" Target="../media/image3.sv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2.png"/><Relationship Id="rId9" Type="http://schemas.openxmlformats.org/officeDocument/2006/relationships/image" Target="../media/image8.svg"/><Relationship Id="rId14" Type="http://schemas.openxmlformats.org/officeDocument/2006/relationships/image" Target="../media/image14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3.png"/><Relationship Id="rId18" Type="http://schemas.openxmlformats.org/officeDocument/2006/relationships/image" Target="../media/image17.png"/><Relationship Id="rId3" Type="http://schemas.openxmlformats.org/officeDocument/2006/relationships/image" Target="../media/image22.svg"/><Relationship Id="rId7" Type="http://schemas.openxmlformats.org/officeDocument/2006/relationships/image" Target="../media/image6.svg"/><Relationship Id="rId12" Type="http://schemas.openxmlformats.org/officeDocument/2006/relationships/image" Target="../media/image12.png"/><Relationship Id="rId17" Type="http://schemas.openxmlformats.org/officeDocument/2006/relationships/image" Target="../media/image18.png"/><Relationship Id="rId2" Type="http://schemas.openxmlformats.org/officeDocument/2006/relationships/image" Target="../media/image21.png"/><Relationship Id="rId16" Type="http://schemas.openxmlformats.org/officeDocument/2006/relationships/image" Target="../media/image1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1.svg"/><Relationship Id="rId5" Type="http://schemas.openxmlformats.org/officeDocument/2006/relationships/image" Target="../media/image3.sv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2.png"/><Relationship Id="rId9" Type="http://schemas.openxmlformats.org/officeDocument/2006/relationships/image" Target="../media/image8.svg"/><Relationship Id="rId14" Type="http://schemas.openxmlformats.org/officeDocument/2006/relationships/image" Target="../media/image1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IN" dirty="0"/>
          </a:p>
        </p:txBody>
      </p:sp>
      <p:grpSp>
        <p:nvGrpSpPr>
          <p:cNvPr id="3" name="Group 3"/>
          <p:cNvGrpSpPr/>
          <p:nvPr/>
        </p:nvGrpSpPr>
        <p:grpSpPr>
          <a:xfrm>
            <a:off x="0" y="5154531"/>
            <a:ext cx="18288000" cy="5132469"/>
            <a:chOff x="0" y="0"/>
            <a:chExt cx="24384000" cy="684329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6" cy="6843313"/>
            </a:xfrm>
            <a:custGeom>
              <a:avLst/>
              <a:gdLst/>
              <a:ahLst/>
              <a:cxnLst/>
              <a:rect l="l" t="t" r="r" b="b"/>
              <a:pathLst>
                <a:path w="24384006" h="6843313">
                  <a:moveTo>
                    <a:pt x="0" y="0"/>
                  </a:moveTo>
                  <a:lnTo>
                    <a:pt x="24384006" y="0"/>
                  </a:lnTo>
                  <a:lnTo>
                    <a:pt x="24384006" y="6843313"/>
                  </a:lnTo>
                  <a:lnTo>
                    <a:pt x="0" y="68433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20B7D"/>
            </a:solidFill>
          </p:spPr>
        </p:sp>
      </p:grpSp>
      <p:sp>
        <p:nvSpPr>
          <p:cNvPr id="5" name="Freeform 5"/>
          <p:cNvSpPr/>
          <p:nvPr/>
        </p:nvSpPr>
        <p:spPr>
          <a:xfrm>
            <a:off x="5862103" y="5143500"/>
            <a:ext cx="5040630" cy="5143500"/>
          </a:xfrm>
          <a:custGeom>
            <a:avLst/>
            <a:gdLst/>
            <a:ahLst/>
            <a:cxnLst/>
            <a:rect l="l" t="t" r="r" b="b"/>
            <a:pathLst>
              <a:path w="5040630" h="5143500">
                <a:moveTo>
                  <a:pt x="0" y="0"/>
                </a:moveTo>
                <a:lnTo>
                  <a:pt x="5040630" y="0"/>
                </a:lnTo>
                <a:lnTo>
                  <a:pt x="504063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935443" y="5143500"/>
            <a:ext cx="5040630" cy="5143500"/>
          </a:xfrm>
          <a:custGeom>
            <a:avLst/>
            <a:gdLst/>
            <a:ahLst/>
            <a:cxnLst/>
            <a:rect l="l" t="t" r="r" b="b"/>
            <a:pathLst>
              <a:path w="5040630" h="5143500">
                <a:moveTo>
                  <a:pt x="0" y="0"/>
                </a:moveTo>
                <a:lnTo>
                  <a:pt x="5040630" y="0"/>
                </a:lnTo>
                <a:lnTo>
                  <a:pt x="504063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004648" y="5154531"/>
            <a:ext cx="5040630" cy="5143500"/>
          </a:xfrm>
          <a:custGeom>
            <a:avLst/>
            <a:gdLst/>
            <a:ahLst/>
            <a:cxnLst/>
            <a:rect l="l" t="t" r="r" b="b"/>
            <a:pathLst>
              <a:path w="5040630" h="5143500">
                <a:moveTo>
                  <a:pt x="0" y="0"/>
                </a:moveTo>
                <a:lnTo>
                  <a:pt x="5040630" y="0"/>
                </a:lnTo>
                <a:lnTo>
                  <a:pt x="504063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634617" y="5149016"/>
            <a:ext cx="5040630" cy="5143500"/>
          </a:xfrm>
          <a:custGeom>
            <a:avLst/>
            <a:gdLst/>
            <a:ahLst/>
            <a:cxnLst/>
            <a:rect l="l" t="t" r="r" b="b"/>
            <a:pathLst>
              <a:path w="5040630" h="5143500">
                <a:moveTo>
                  <a:pt x="0" y="0"/>
                </a:moveTo>
                <a:lnTo>
                  <a:pt x="5040630" y="0"/>
                </a:lnTo>
                <a:lnTo>
                  <a:pt x="504063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4406013" y="5201557"/>
            <a:ext cx="5040630" cy="5143500"/>
          </a:xfrm>
          <a:custGeom>
            <a:avLst/>
            <a:gdLst/>
            <a:ahLst/>
            <a:cxnLst/>
            <a:rect l="l" t="t" r="r" b="b"/>
            <a:pathLst>
              <a:path w="5040630" h="5143500">
                <a:moveTo>
                  <a:pt x="0" y="0"/>
                </a:moveTo>
                <a:lnTo>
                  <a:pt x="5040630" y="0"/>
                </a:lnTo>
                <a:lnTo>
                  <a:pt x="504063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3781948" y="6114012"/>
            <a:ext cx="4051049" cy="3463647"/>
          </a:xfrm>
          <a:prstGeom prst="rect">
            <a:avLst/>
          </a:prstGeom>
        </p:spPr>
      </p:pic>
      <p:grpSp>
        <p:nvGrpSpPr>
          <p:cNvPr id="11" name="Group 11"/>
          <p:cNvGrpSpPr/>
          <p:nvPr/>
        </p:nvGrpSpPr>
        <p:grpSpPr>
          <a:xfrm>
            <a:off x="2673278" y="674184"/>
            <a:ext cx="13176322" cy="3573966"/>
            <a:chOff x="0" y="0"/>
            <a:chExt cx="17255259" cy="4765288"/>
          </a:xfrm>
        </p:grpSpPr>
        <p:sp>
          <p:nvSpPr>
            <p:cNvPr id="12" name="Freeform 12"/>
            <p:cNvSpPr/>
            <p:nvPr/>
          </p:nvSpPr>
          <p:spPr>
            <a:xfrm>
              <a:off x="12514201" y="4233310"/>
              <a:ext cx="463065" cy="358296"/>
            </a:xfrm>
            <a:custGeom>
              <a:avLst/>
              <a:gdLst/>
              <a:ahLst/>
              <a:cxnLst/>
              <a:rect l="l" t="t" r="r" b="b"/>
              <a:pathLst>
                <a:path w="463065" h="358296">
                  <a:moveTo>
                    <a:pt x="0" y="0"/>
                  </a:moveTo>
                  <a:lnTo>
                    <a:pt x="463064" y="0"/>
                  </a:lnTo>
                  <a:lnTo>
                    <a:pt x="463064" y="358296"/>
                  </a:lnTo>
                  <a:lnTo>
                    <a:pt x="0" y="3582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4324820" y="4233310"/>
              <a:ext cx="463065" cy="358296"/>
            </a:xfrm>
            <a:custGeom>
              <a:avLst/>
              <a:gdLst/>
              <a:ahLst/>
              <a:cxnLst/>
              <a:rect l="l" t="t" r="r" b="b"/>
              <a:pathLst>
                <a:path w="463065" h="358296">
                  <a:moveTo>
                    <a:pt x="0" y="0"/>
                  </a:moveTo>
                  <a:lnTo>
                    <a:pt x="463065" y="0"/>
                  </a:lnTo>
                  <a:lnTo>
                    <a:pt x="463065" y="358296"/>
                  </a:lnTo>
                  <a:lnTo>
                    <a:pt x="0" y="3582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" name="AutoShape 14"/>
            <p:cNvSpPr/>
            <p:nvPr/>
          </p:nvSpPr>
          <p:spPr>
            <a:xfrm>
              <a:off x="665618" y="4427253"/>
              <a:ext cx="3430602" cy="10606"/>
            </a:xfrm>
            <a:prstGeom prst="line">
              <a:avLst/>
            </a:prstGeom>
            <a:ln w="50800" cap="flat">
              <a:solidFill>
                <a:srgbClr val="656768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5" name="AutoShape 15"/>
            <p:cNvSpPr/>
            <p:nvPr/>
          </p:nvSpPr>
          <p:spPr>
            <a:xfrm>
              <a:off x="13205865" y="4387058"/>
              <a:ext cx="3704541" cy="25400"/>
            </a:xfrm>
            <a:prstGeom prst="line">
              <a:avLst/>
            </a:prstGeom>
            <a:ln w="50800" cap="flat">
              <a:solidFill>
                <a:srgbClr val="656768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899570" y="4022543"/>
              <a:ext cx="7386864" cy="7427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768"/>
                </a:lnSpc>
                <a:spcBef>
                  <a:spcPct val="0"/>
                </a:spcBef>
              </a:pPr>
              <a:r>
                <a:rPr lang="en-US" sz="3405">
                  <a:solidFill>
                    <a:srgbClr val="656768"/>
                  </a:solidFill>
                  <a:latin typeface="Garet"/>
                  <a:ea typeface="Garet"/>
                  <a:cs typeface="Garet"/>
                  <a:sym typeface="Garet"/>
                </a:rPr>
                <a:t>CREATE CODE CONQUER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1869198" y="2418681"/>
              <a:ext cx="1636789" cy="1610007"/>
            </a:xfrm>
            <a:custGeom>
              <a:avLst/>
              <a:gdLst/>
              <a:ahLst/>
              <a:cxnLst/>
              <a:rect l="l" t="t" r="r" b="b"/>
              <a:pathLst>
                <a:path w="1636790" h="1610006">
                  <a:moveTo>
                    <a:pt x="0" y="0"/>
                  </a:moveTo>
                  <a:lnTo>
                    <a:pt x="1636790" y="0"/>
                  </a:lnTo>
                  <a:lnTo>
                    <a:pt x="1636790" y="1610006"/>
                  </a:lnTo>
                  <a:lnTo>
                    <a:pt x="0" y="16100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3505988" y="1720003"/>
              <a:ext cx="10348048" cy="27178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448"/>
                </a:lnSpc>
                <a:spcBef>
                  <a:spcPct val="0"/>
                </a:spcBef>
              </a:pPr>
              <a:r>
                <a:rPr lang="en-US" sz="12463" b="1">
                  <a:solidFill>
                    <a:srgbClr val="222047"/>
                  </a:solidFill>
                  <a:latin typeface="Garet Bold"/>
                  <a:ea typeface="Garet Bold"/>
                  <a:cs typeface="Garet Bold"/>
                  <a:sym typeface="Garet Bold"/>
                </a:rPr>
                <a:t>DECRATZ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1691888"/>
              <a:ext cx="1869198" cy="28847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251"/>
                </a:lnSpc>
                <a:spcBef>
                  <a:spcPct val="0"/>
                </a:spcBef>
              </a:pPr>
              <a:r>
                <a:rPr lang="en-US" sz="13036" b="1" dirty="0">
                  <a:solidFill>
                    <a:srgbClr val="222047"/>
                  </a:solidFill>
                  <a:latin typeface="Garet Bold"/>
                  <a:ea typeface="Garet Bold"/>
                  <a:cs typeface="Garet Bold"/>
                  <a:sym typeface="Garet Bold"/>
                </a:rPr>
                <a:t>C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3869661" y="1534830"/>
              <a:ext cx="3385598" cy="26776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838"/>
                </a:lnSpc>
                <a:spcBef>
                  <a:spcPct val="0"/>
                </a:spcBef>
              </a:pPr>
              <a:r>
                <a:rPr lang="en-US" sz="12027" b="1">
                  <a:solidFill>
                    <a:srgbClr val="222047"/>
                  </a:solidFill>
                  <a:latin typeface="Garet Bold"/>
                  <a:ea typeface="Garet Bold"/>
                  <a:cs typeface="Garet Bold"/>
                  <a:sym typeface="Garet Bold"/>
                </a:rPr>
                <a:t>‘</a:t>
              </a:r>
              <a:r>
                <a:rPr lang="en-US" sz="12027" b="1">
                  <a:solidFill>
                    <a:srgbClr val="020B7D"/>
                  </a:solidFill>
                  <a:latin typeface="Garet Bold"/>
                  <a:ea typeface="Garet Bold"/>
                  <a:cs typeface="Garet Bold"/>
                  <a:sym typeface="Garet Bold"/>
                </a:rPr>
                <a:t>26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2552259" y="9993"/>
              <a:ext cx="1748244" cy="1748244"/>
            </a:xfrm>
            <a:custGeom>
              <a:avLst/>
              <a:gdLst/>
              <a:ahLst/>
              <a:cxnLst/>
              <a:rect l="l" t="t" r="r" b="b"/>
              <a:pathLst>
                <a:path w="1748244" h="1748244">
                  <a:moveTo>
                    <a:pt x="0" y="0"/>
                  </a:moveTo>
                  <a:lnTo>
                    <a:pt x="1748244" y="0"/>
                  </a:lnTo>
                  <a:lnTo>
                    <a:pt x="1748244" y="1748244"/>
                  </a:lnTo>
                  <a:lnTo>
                    <a:pt x="0" y="17482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  <p:grpSp>
          <p:nvGrpSpPr>
            <p:cNvPr id="22" name="Group 22"/>
            <p:cNvGrpSpPr/>
            <p:nvPr/>
          </p:nvGrpSpPr>
          <p:grpSpPr>
            <a:xfrm>
              <a:off x="13225988" y="111513"/>
              <a:ext cx="1558830" cy="1558830"/>
              <a:chOff x="0" y="0"/>
              <a:chExt cx="812800" cy="8128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lIns="30467" tIns="30467" rIns="30467" bIns="30467" rtlCol="0" anchor="ctr"/>
              <a:lstStyle/>
              <a:p>
                <a:pPr algn="ctr">
                  <a:lnSpc>
                    <a:spcPts val="822"/>
                  </a:lnSpc>
                </a:pPr>
                <a:endParaRPr/>
              </a:p>
            </p:txBody>
          </p:sp>
        </p:grpSp>
        <p:sp>
          <p:nvSpPr>
            <p:cNvPr id="25" name="Freeform 25"/>
            <p:cNvSpPr/>
            <p:nvPr/>
          </p:nvSpPr>
          <p:spPr>
            <a:xfrm>
              <a:off x="13153174" y="0"/>
              <a:ext cx="1713926" cy="1713926"/>
            </a:xfrm>
            <a:custGeom>
              <a:avLst/>
              <a:gdLst/>
              <a:ahLst/>
              <a:cxnLst/>
              <a:rect l="l" t="t" r="r" b="b"/>
              <a:pathLst>
                <a:path w="1713926" h="1713926">
                  <a:moveTo>
                    <a:pt x="0" y="0"/>
                  </a:moveTo>
                  <a:lnTo>
                    <a:pt x="1713926" y="0"/>
                  </a:lnTo>
                  <a:lnTo>
                    <a:pt x="1713926" y="1713926"/>
                  </a:lnTo>
                  <a:lnTo>
                    <a:pt x="0" y="17139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6" name="Freeform 26"/>
            <p:cNvSpPr/>
            <p:nvPr/>
          </p:nvSpPr>
          <p:spPr>
            <a:xfrm>
              <a:off x="13164063" y="114091"/>
              <a:ext cx="1682679" cy="1556253"/>
            </a:xfrm>
            <a:custGeom>
              <a:avLst/>
              <a:gdLst/>
              <a:ahLst/>
              <a:cxnLst/>
              <a:rect l="l" t="t" r="r" b="b"/>
              <a:pathLst>
                <a:path w="1682679" h="1556253">
                  <a:moveTo>
                    <a:pt x="0" y="0"/>
                  </a:moveTo>
                  <a:lnTo>
                    <a:pt x="1682680" y="0"/>
                  </a:lnTo>
                  <a:lnTo>
                    <a:pt x="1682680" y="1556253"/>
                  </a:lnTo>
                  <a:lnTo>
                    <a:pt x="0" y="15562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</p:spPr>
        </p:sp>
        <p:sp>
          <p:nvSpPr>
            <p:cNvPr id="27" name="Freeform 27"/>
            <p:cNvSpPr/>
            <p:nvPr/>
          </p:nvSpPr>
          <p:spPr>
            <a:xfrm>
              <a:off x="13143706" y="0"/>
              <a:ext cx="1723393" cy="1723393"/>
            </a:xfrm>
            <a:custGeom>
              <a:avLst/>
              <a:gdLst/>
              <a:ahLst/>
              <a:cxnLst/>
              <a:rect l="l" t="t" r="r" b="b"/>
              <a:pathLst>
                <a:path w="1723393" h="1723393">
                  <a:moveTo>
                    <a:pt x="0" y="0"/>
                  </a:moveTo>
                  <a:lnTo>
                    <a:pt x="1723394" y="0"/>
                  </a:lnTo>
                  <a:lnTo>
                    <a:pt x="1723394" y="1723393"/>
                  </a:lnTo>
                  <a:lnTo>
                    <a:pt x="0" y="17233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8" name="Freeform 28"/>
            <p:cNvSpPr/>
            <p:nvPr/>
          </p:nvSpPr>
          <p:spPr>
            <a:xfrm>
              <a:off x="13242971" y="99264"/>
              <a:ext cx="1524865" cy="1524865"/>
            </a:xfrm>
            <a:custGeom>
              <a:avLst/>
              <a:gdLst/>
              <a:ahLst/>
              <a:cxnLst/>
              <a:rect l="l" t="t" r="r" b="b"/>
              <a:pathLst>
                <a:path w="1524865" h="1524865">
                  <a:moveTo>
                    <a:pt x="0" y="0"/>
                  </a:moveTo>
                  <a:lnTo>
                    <a:pt x="1524864" y="0"/>
                  </a:lnTo>
                  <a:lnTo>
                    <a:pt x="1524864" y="1524865"/>
                  </a:lnTo>
                  <a:lnTo>
                    <a:pt x="0" y="1524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alphaModFix amt="86000"/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29" name="Freeform 29"/>
            <p:cNvSpPr/>
            <p:nvPr/>
          </p:nvSpPr>
          <p:spPr>
            <a:xfrm>
              <a:off x="15159200" y="39654"/>
              <a:ext cx="1370177" cy="1644085"/>
            </a:xfrm>
            <a:custGeom>
              <a:avLst/>
              <a:gdLst/>
              <a:ahLst/>
              <a:cxnLst/>
              <a:rect l="l" t="t" r="r" b="b"/>
              <a:pathLst>
                <a:path w="1370177" h="1644085">
                  <a:moveTo>
                    <a:pt x="0" y="0"/>
                  </a:moveTo>
                  <a:lnTo>
                    <a:pt x="1370177" y="0"/>
                  </a:lnTo>
                  <a:lnTo>
                    <a:pt x="1370177" y="1644085"/>
                  </a:lnTo>
                  <a:lnTo>
                    <a:pt x="0" y="16440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-81667" t="-50907" r="-87664" b="-73553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4433332" y="452206"/>
              <a:ext cx="8418274" cy="7523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556"/>
                </a:lnSpc>
                <a:spcBef>
                  <a:spcPct val="0"/>
                </a:spcBef>
              </a:pPr>
              <a:r>
                <a:rPr lang="en-US" sz="3254" b="1">
                  <a:solidFill>
                    <a:srgbClr val="020B7D"/>
                  </a:solidFill>
                  <a:latin typeface="Bitter Bold"/>
                  <a:ea typeface="Bitter Bold"/>
                  <a:cs typeface="Bitter Bold"/>
                  <a:sym typeface="Bitter Bold"/>
                </a:rPr>
                <a:t>AGNEL POLYTECHNIC , VASHI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990600" y="5823898"/>
            <a:ext cx="1547543" cy="578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56"/>
              </a:lnSpc>
              <a:spcBef>
                <a:spcPct val="0"/>
              </a:spcBef>
            </a:pPr>
            <a:r>
              <a:rPr lang="en-US" sz="3254" b="1">
                <a:solidFill>
                  <a:srgbClr val="FFFFFF"/>
                </a:solidFill>
                <a:latin typeface="Bitter Bold"/>
                <a:ea typeface="Bitter Bold"/>
                <a:cs typeface="Bitter Bold"/>
                <a:sym typeface="Bitter Bold"/>
              </a:rPr>
              <a:t>PS NO: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42975" y="6730092"/>
            <a:ext cx="2831105" cy="578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56"/>
              </a:lnSpc>
              <a:spcBef>
                <a:spcPct val="0"/>
              </a:spcBef>
            </a:pPr>
            <a:r>
              <a:rPr lang="en-US" sz="3254" b="1">
                <a:solidFill>
                  <a:srgbClr val="FFFFFF"/>
                </a:solidFill>
                <a:latin typeface="Bitter Bold"/>
                <a:ea typeface="Bitter Bold"/>
                <a:cs typeface="Bitter Bold"/>
                <a:sym typeface="Bitter Bold"/>
              </a:rPr>
              <a:t>TEAM NAME: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90600" y="8715501"/>
            <a:ext cx="4252463" cy="578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56"/>
              </a:lnSpc>
              <a:spcBef>
                <a:spcPct val="0"/>
              </a:spcBef>
            </a:pPr>
            <a:r>
              <a:rPr lang="en-US" sz="3254" b="1">
                <a:solidFill>
                  <a:srgbClr val="FFFFFF"/>
                </a:solidFill>
                <a:latin typeface="Bitter Bold"/>
                <a:ea typeface="Bitter Bold"/>
                <a:cs typeface="Bitter Bold"/>
                <a:sym typeface="Bitter Bold"/>
              </a:rPr>
              <a:t>INSTITUTION NAME: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42975" y="7779161"/>
            <a:ext cx="4480344" cy="578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56"/>
              </a:lnSpc>
              <a:spcBef>
                <a:spcPct val="0"/>
              </a:spcBef>
            </a:pPr>
            <a:r>
              <a:rPr lang="en-US" sz="3254" b="1">
                <a:solidFill>
                  <a:srgbClr val="FFFFFF"/>
                </a:solidFill>
                <a:latin typeface="Bitter Bold"/>
                <a:ea typeface="Bitter Bold"/>
                <a:cs typeface="Bitter Bold"/>
                <a:sym typeface="Bitter Bold"/>
              </a:rPr>
              <a:t>TEAM LEADER NAME: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000935"/>
            <a:ext cx="18373921" cy="1286065"/>
            <a:chOff x="0" y="0"/>
            <a:chExt cx="24498562" cy="1714753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4498562" cy="1714753"/>
              <a:chOff x="0" y="0"/>
              <a:chExt cx="24055954" cy="1683773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4055960" cy="1683794"/>
              </a:xfrm>
              <a:custGeom>
                <a:avLst/>
                <a:gdLst/>
                <a:ahLst/>
                <a:cxnLst/>
                <a:rect l="l" t="t" r="r" b="b"/>
                <a:pathLst>
                  <a:path w="24055960" h="1683794">
                    <a:moveTo>
                      <a:pt x="0" y="0"/>
                    </a:moveTo>
                    <a:lnTo>
                      <a:pt x="24055960" y="0"/>
                    </a:lnTo>
                    <a:lnTo>
                      <a:pt x="24055960" y="1683794"/>
                    </a:lnTo>
                    <a:lnTo>
                      <a:pt x="0" y="168379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20B7D"/>
              </a:solidFill>
            </p:spPr>
          </p:sp>
        </p:grpSp>
        <p:sp>
          <p:nvSpPr>
            <p:cNvPr id="5" name="Freeform 5"/>
            <p:cNvSpPr/>
            <p:nvPr/>
          </p:nvSpPr>
          <p:spPr>
            <a:xfrm>
              <a:off x="428793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8" y="0"/>
                  </a:lnTo>
                  <a:lnTo>
                    <a:pt x="1680458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2109251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9" y="0"/>
                  </a:lnTo>
                  <a:lnTo>
                    <a:pt x="1680459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3789710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8" y="0"/>
                  </a:lnTo>
                  <a:lnTo>
                    <a:pt x="1680458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5470168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8" y="0"/>
                  </a:lnTo>
                  <a:lnTo>
                    <a:pt x="1680458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7150626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8" y="0"/>
                  </a:lnTo>
                  <a:lnTo>
                    <a:pt x="1680458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8831084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8" y="0"/>
                  </a:lnTo>
                  <a:lnTo>
                    <a:pt x="1680458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>
              <a:off x="10511542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8" y="0"/>
                  </a:lnTo>
                  <a:lnTo>
                    <a:pt x="1680458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>
              <a:off x="12192000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8" y="0"/>
                  </a:lnTo>
                  <a:lnTo>
                    <a:pt x="1680458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13872458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8" y="0"/>
                  </a:lnTo>
                  <a:lnTo>
                    <a:pt x="1680458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15552916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8" y="0"/>
                  </a:lnTo>
                  <a:lnTo>
                    <a:pt x="1680458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5" name="Freeform 15"/>
            <p:cNvSpPr/>
            <p:nvPr/>
          </p:nvSpPr>
          <p:spPr>
            <a:xfrm>
              <a:off x="17233374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8" y="0"/>
                  </a:lnTo>
                  <a:lnTo>
                    <a:pt x="1680458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>
              <a:off x="18913832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8" y="0"/>
                  </a:lnTo>
                  <a:lnTo>
                    <a:pt x="1680458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7" name="Freeform 17"/>
            <p:cNvSpPr/>
            <p:nvPr/>
          </p:nvSpPr>
          <p:spPr>
            <a:xfrm>
              <a:off x="20594290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9" y="0"/>
                  </a:lnTo>
                  <a:lnTo>
                    <a:pt x="1680459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8" name="Freeform 18"/>
            <p:cNvSpPr/>
            <p:nvPr/>
          </p:nvSpPr>
          <p:spPr>
            <a:xfrm>
              <a:off x="22274749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8" y="0"/>
                  </a:lnTo>
                  <a:lnTo>
                    <a:pt x="1680458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9" name="Group 19"/>
          <p:cNvGrpSpPr/>
          <p:nvPr/>
        </p:nvGrpSpPr>
        <p:grpSpPr>
          <a:xfrm>
            <a:off x="13772441" y="261020"/>
            <a:ext cx="4132420" cy="1854023"/>
            <a:chOff x="0" y="0"/>
            <a:chExt cx="5509893" cy="2472030"/>
          </a:xfrm>
        </p:grpSpPr>
        <p:sp>
          <p:nvSpPr>
            <p:cNvPr id="20" name="Freeform 20"/>
            <p:cNvSpPr/>
            <p:nvPr/>
          </p:nvSpPr>
          <p:spPr>
            <a:xfrm>
              <a:off x="3995994" y="2302161"/>
              <a:ext cx="147864" cy="114410"/>
            </a:xfrm>
            <a:custGeom>
              <a:avLst/>
              <a:gdLst/>
              <a:ahLst/>
              <a:cxnLst/>
              <a:rect l="l" t="t" r="r" b="b"/>
              <a:pathLst>
                <a:path w="147864" h="114410">
                  <a:moveTo>
                    <a:pt x="0" y="0"/>
                  </a:moveTo>
                  <a:lnTo>
                    <a:pt x="147864" y="0"/>
                  </a:lnTo>
                  <a:lnTo>
                    <a:pt x="147864" y="114410"/>
                  </a:lnTo>
                  <a:lnTo>
                    <a:pt x="0" y="1144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1" name="Freeform 21"/>
            <p:cNvSpPr/>
            <p:nvPr/>
          </p:nvSpPr>
          <p:spPr>
            <a:xfrm>
              <a:off x="1380987" y="2302161"/>
              <a:ext cx="147864" cy="114410"/>
            </a:xfrm>
            <a:custGeom>
              <a:avLst/>
              <a:gdLst/>
              <a:ahLst/>
              <a:cxnLst/>
              <a:rect l="l" t="t" r="r" b="b"/>
              <a:pathLst>
                <a:path w="147864" h="114410">
                  <a:moveTo>
                    <a:pt x="0" y="0"/>
                  </a:moveTo>
                  <a:lnTo>
                    <a:pt x="147865" y="0"/>
                  </a:lnTo>
                  <a:lnTo>
                    <a:pt x="147865" y="114410"/>
                  </a:lnTo>
                  <a:lnTo>
                    <a:pt x="0" y="1144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2" name="AutoShape 22"/>
            <p:cNvSpPr/>
            <p:nvPr/>
          </p:nvSpPr>
          <p:spPr>
            <a:xfrm>
              <a:off x="212543" y="2364090"/>
              <a:ext cx="1095449" cy="3387"/>
            </a:xfrm>
            <a:prstGeom prst="line">
              <a:avLst/>
            </a:prstGeom>
            <a:ln w="31572" cap="flat">
              <a:solidFill>
                <a:srgbClr val="656768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3" name="AutoShape 23"/>
            <p:cNvSpPr/>
            <p:nvPr/>
          </p:nvSpPr>
          <p:spPr>
            <a:xfrm>
              <a:off x="4216854" y="2351255"/>
              <a:ext cx="1182922" cy="8111"/>
            </a:xfrm>
            <a:prstGeom prst="line">
              <a:avLst/>
            </a:prstGeom>
            <a:ln w="31572" cap="flat">
              <a:solidFill>
                <a:srgbClr val="656768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564515" y="2237100"/>
              <a:ext cx="2358749" cy="2349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22"/>
                </a:lnSpc>
                <a:spcBef>
                  <a:spcPct val="0"/>
                </a:spcBef>
              </a:pPr>
              <a:r>
                <a:rPr lang="en-US" sz="1087">
                  <a:solidFill>
                    <a:srgbClr val="656768"/>
                  </a:solidFill>
                  <a:latin typeface="Garet"/>
                  <a:ea typeface="Garet"/>
                  <a:cs typeface="Garet"/>
                  <a:sym typeface="Garet"/>
                </a:rPr>
                <a:t>CREATE CODE CONQUER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609270" y="1698586"/>
              <a:ext cx="522654" cy="514102"/>
            </a:xfrm>
            <a:custGeom>
              <a:avLst/>
              <a:gdLst/>
              <a:ahLst/>
              <a:cxnLst/>
              <a:rect l="l" t="t" r="r" b="b"/>
              <a:pathLst>
                <a:path w="522654" h="514102">
                  <a:moveTo>
                    <a:pt x="0" y="0"/>
                  </a:moveTo>
                  <a:lnTo>
                    <a:pt x="522655" y="0"/>
                  </a:lnTo>
                  <a:lnTo>
                    <a:pt x="522655" y="514102"/>
                  </a:lnTo>
                  <a:lnTo>
                    <a:pt x="0" y="5141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1119521" y="1508982"/>
              <a:ext cx="3304305" cy="8584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571"/>
                </a:lnSpc>
                <a:spcBef>
                  <a:spcPct val="0"/>
                </a:spcBef>
              </a:pPr>
              <a:r>
                <a:rPr lang="en-US" sz="3979" b="1">
                  <a:solidFill>
                    <a:srgbClr val="222047"/>
                  </a:solidFill>
                  <a:latin typeface="Garet Bold"/>
                  <a:ea typeface="Garet Bold"/>
                  <a:cs typeface="Garet Bold"/>
                  <a:sym typeface="Garet Bold"/>
                </a:rPr>
                <a:t>DECRATZ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1464808"/>
              <a:ext cx="596866" cy="9277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827"/>
                </a:lnSpc>
                <a:spcBef>
                  <a:spcPct val="0"/>
                </a:spcBef>
              </a:pPr>
              <a:r>
                <a:rPr lang="en-US" sz="4162" b="1">
                  <a:solidFill>
                    <a:srgbClr val="222047"/>
                  </a:solidFill>
                  <a:latin typeface="Garet Bold"/>
                  <a:ea typeface="Garet Bold"/>
                  <a:cs typeface="Garet Bold"/>
                  <a:sym typeface="Garet Bold"/>
                </a:rPr>
                <a:t>C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428815" y="1449853"/>
              <a:ext cx="1081078" cy="8456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376"/>
                </a:lnSpc>
                <a:spcBef>
                  <a:spcPct val="0"/>
                </a:spcBef>
              </a:pPr>
              <a:r>
                <a:rPr lang="en-US" sz="3840" b="1">
                  <a:solidFill>
                    <a:srgbClr val="222047"/>
                  </a:solidFill>
                  <a:latin typeface="Garet Bold"/>
                  <a:ea typeface="Garet Bold"/>
                  <a:cs typeface="Garet Bold"/>
                  <a:sym typeface="Garet Bold"/>
                </a:rPr>
                <a:t>‘</a:t>
              </a:r>
              <a:r>
                <a:rPr lang="en-US" sz="3840" b="1">
                  <a:solidFill>
                    <a:srgbClr val="020B7D"/>
                  </a:solidFill>
                  <a:latin typeface="Garet Bold"/>
                  <a:ea typeface="Garet Bold"/>
                  <a:cs typeface="Garet Bold"/>
                  <a:sym typeface="Garet Bold"/>
                </a:rPr>
                <a:t>26</a:t>
              </a:r>
            </a:p>
          </p:txBody>
        </p:sp>
        <p:grpSp>
          <p:nvGrpSpPr>
            <p:cNvPr id="29" name="Group 29"/>
            <p:cNvGrpSpPr/>
            <p:nvPr/>
          </p:nvGrpSpPr>
          <p:grpSpPr>
            <a:xfrm>
              <a:off x="2304155" y="94042"/>
              <a:ext cx="1314604" cy="1314604"/>
              <a:chOff x="0" y="0"/>
              <a:chExt cx="812800" cy="8128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lIns="20671" tIns="20671" rIns="20671" bIns="20671" rtlCol="0" anchor="ctr"/>
              <a:lstStyle/>
              <a:p>
                <a:pPr algn="ctr">
                  <a:lnSpc>
                    <a:spcPts val="822"/>
                  </a:lnSpc>
                </a:pPr>
                <a:endParaRPr/>
              </a:p>
            </p:txBody>
          </p:sp>
        </p:grpSp>
        <p:sp>
          <p:nvSpPr>
            <p:cNvPr id="32" name="Freeform 32"/>
            <p:cNvSpPr/>
            <p:nvPr/>
          </p:nvSpPr>
          <p:spPr>
            <a:xfrm>
              <a:off x="2242749" y="0"/>
              <a:ext cx="1445400" cy="1445400"/>
            </a:xfrm>
            <a:custGeom>
              <a:avLst/>
              <a:gdLst/>
              <a:ahLst/>
              <a:cxnLst/>
              <a:rect l="l" t="t" r="r" b="b"/>
              <a:pathLst>
                <a:path w="1445400" h="1445400">
                  <a:moveTo>
                    <a:pt x="0" y="0"/>
                  </a:moveTo>
                  <a:lnTo>
                    <a:pt x="1445401" y="0"/>
                  </a:lnTo>
                  <a:lnTo>
                    <a:pt x="1445401" y="1445400"/>
                  </a:lnTo>
                  <a:lnTo>
                    <a:pt x="0" y="1445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3" name="Freeform 33"/>
            <p:cNvSpPr/>
            <p:nvPr/>
          </p:nvSpPr>
          <p:spPr>
            <a:xfrm>
              <a:off x="2251933" y="96216"/>
              <a:ext cx="1419049" cy="1312430"/>
            </a:xfrm>
            <a:custGeom>
              <a:avLst/>
              <a:gdLst/>
              <a:ahLst/>
              <a:cxnLst/>
              <a:rect l="l" t="t" r="r" b="b"/>
              <a:pathLst>
                <a:path w="1419049" h="1312430">
                  <a:moveTo>
                    <a:pt x="0" y="0"/>
                  </a:moveTo>
                  <a:lnTo>
                    <a:pt x="1419049" y="0"/>
                  </a:lnTo>
                  <a:lnTo>
                    <a:pt x="1419049" y="1312430"/>
                  </a:lnTo>
                  <a:lnTo>
                    <a:pt x="0" y="13124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  <p:sp>
          <p:nvSpPr>
            <p:cNvPr id="34" name="Freeform 34"/>
            <p:cNvSpPr/>
            <p:nvPr/>
          </p:nvSpPr>
          <p:spPr>
            <a:xfrm>
              <a:off x="2234765" y="0"/>
              <a:ext cx="1453385" cy="1453385"/>
            </a:xfrm>
            <a:custGeom>
              <a:avLst/>
              <a:gdLst/>
              <a:ahLst/>
              <a:cxnLst/>
              <a:rect l="l" t="t" r="r" b="b"/>
              <a:pathLst>
                <a:path w="1453385" h="1453385">
                  <a:moveTo>
                    <a:pt x="0" y="0"/>
                  </a:moveTo>
                  <a:lnTo>
                    <a:pt x="1453385" y="0"/>
                  </a:lnTo>
                  <a:lnTo>
                    <a:pt x="1453385" y="1453385"/>
                  </a:lnTo>
                  <a:lnTo>
                    <a:pt x="0" y="14533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5" name="Freeform 35"/>
            <p:cNvSpPr/>
            <p:nvPr/>
          </p:nvSpPr>
          <p:spPr>
            <a:xfrm>
              <a:off x="2318477" y="83712"/>
              <a:ext cx="1285960" cy="1285960"/>
            </a:xfrm>
            <a:custGeom>
              <a:avLst/>
              <a:gdLst/>
              <a:ahLst/>
              <a:cxnLst/>
              <a:rect l="l" t="t" r="r" b="b"/>
              <a:pathLst>
                <a:path w="1285960" h="1285960">
                  <a:moveTo>
                    <a:pt x="0" y="0"/>
                  </a:moveTo>
                  <a:lnTo>
                    <a:pt x="1285960" y="0"/>
                  </a:lnTo>
                  <a:lnTo>
                    <a:pt x="1285960" y="1285960"/>
                  </a:lnTo>
                  <a:lnTo>
                    <a:pt x="0" y="1285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alphaModFix amt="86000"/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36" name="Freeform 36"/>
            <p:cNvSpPr/>
            <p:nvPr/>
          </p:nvSpPr>
          <p:spPr>
            <a:xfrm>
              <a:off x="233704" y="15786"/>
              <a:ext cx="1448338" cy="1453385"/>
            </a:xfrm>
            <a:custGeom>
              <a:avLst/>
              <a:gdLst/>
              <a:ahLst/>
              <a:cxnLst/>
              <a:rect l="l" t="t" r="r" b="b"/>
              <a:pathLst>
                <a:path w="1448338" h="1453385">
                  <a:moveTo>
                    <a:pt x="0" y="0"/>
                  </a:moveTo>
                  <a:lnTo>
                    <a:pt x="1448338" y="0"/>
                  </a:lnTo>
                  <a:lnTo>
                    <a:pt x="1448338" y="1453385"/>
                  </a:lnTo>
                  <a:lnTo>
                    <a:pt x="0" y="14533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/>
              </a:stretch>
            </a:blipFill>
          </p:spPr>
        </p:sp>
        <p:sp>
          <p:nvSpPr>
            <p:cNvPr id="37" name="Freeform 37"/>
            <p:cNvSpPr/>
            <p:nvPr/>
          </p:nvSpPr>
          <p:spPr>
            <a:xfrm>
              <a:off x="4196512" y="0"/>
              <a:ext cx="1198092" cy="1437599"/>
            </a:xfrm>
            <a:custGeom>
              <a:avLst/>
              <a:gdLst/>
              <a:ahLst/>
              <a:cxnLst/>
              <a:rect l="l" t="t" r="r" b="b"/>
              <a:pathLst>
                <a:path w="1198092" h="1437599">
                  <a:moveTo>
                    <a:pt x="0" y="0"/>
                  </a:moveTo>
                  <a:lnTo>
                    <a:pt x="1198092" y="0"/>
                  </a:lnTo>
                  <a:lnTo>
                    <a:pt x="1198092" y="1437599"/>
                  </a:lnTo>
                  <a:lnTo>
                    <a:pt x="0" y="14375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-81667" t="-50907" r="-87664" b="-73553"/>
              </a:stretch>
            </a:blipFill>
          </p:spPr>
        </p:sp>
      </p:grpSp>
      <p:grpSp>
        <p:nvGrpSpPr>
          <p:cNvPr id="38" name="Group 38"/>
          <p:cNvGrpSpPr/>
          <p:nvPr/>
        </p:nvGrpSpPr>
        <p:grpSpPr>
          <a:xfrm>
            <a:off x="1028700" y="3590524"/>
            <a:ext cx="2887584" cy="3463280"/>
            <a:chOff x="0" y="0"/>
            <a:chExt cx="760516" cy="912139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760516" cy="912139"/>
            </a:xfrm>
            <a:custGeom>
              <a:avLst/>
              <a:gdLst/>
              <a:ahLst/>
              <a:cxnLst/>
              <a:rect l="l" t="t" r="r" b="b"/>
              <a:pathLst>
                <a:path w="760516" h="912139">
                  <a:moveTo>
                    <a:pt x="0" y="0"/>
                  </a:moveTo>
                  <a:lnTo>
                    <a:pt x="760516" y="0"/>
                  </a:lnTo>
                  <a:lnTo>
                    <a:pt x="760516" y="912139"/>
                  </a:lnTo>
                  <a:lnTo>
                    <a:pt x="0" y="912139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0" y="-38100"/>
              <a:ext cx="760516" cy="9502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4317646" y="3590524"/>
            <a:ext cx="2887584" cy="3463280"/>
            <a:chOff x="0" y="0"/>
            <a:chExt cx="760516" cy="91213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760516" cy="912139"/>
            </a:xfrm>
            <a:custGeom>
              <a:avLst/>
              <a:gdLst/>
              <a:ahLst/>
              <a:cxnLst/>
              <a:rect l="l" t="t" r="r" b="b"/>
              <a:pathLst>
                <a:path w="760516" h="912139">
                  <a:moveTo>
                    <a:pt x="0" y="0"/>
                  </a:moveTo>
                  <a:lnTo>
                    <a:pt x="760516" y="0"/>
                  </a:lnTo>
                  <a:lnTo>
                    <a:pt x="760516" y="912139"/>
                  </a:lnTo>
                  <a:lnTo>
                    <a:pt x="0" y="912139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0" y="-38100"/>
              <a:ext cx="760516" cy="9502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7605281" y="3590524"/>
            <a:ext cx="2887584" cy="3463280"/>
            <a:chOff x="0" y="0"/>
            <a:chExt cx="760516" cy="91213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760516" cy="912139"/>
            </a:xfrm>
            <a:custGeom>
              <a:avLst/>
              <a:gdLst/>
              <a:ahLst/>
              <a:cxnLst/>
              <a:rect l="l" t="t" r="r" b="b"/>
              <a:pathLst>
                <a:path w="760516" h="912139">
                  <a:moveTo>
                    <a:pt x="0" y="0"/>
                  </a:moveTo>
                  <a:lnTo>
                    <a:pt x="760516" y="0"/>
                  </a:lnTo>
                  <a:lnTo>
                    <a:pt x="760516" y="912139"/>
                  </a:lnTo>
                  <a:lnTo>
                    <a:pt x="0" y="912139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0" y="-38100"/>
              <a:ext cx="760516" cy="9502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0892915" y="3590524"/>
            <a:ext cx="2887584" cy="3463280"/>
            <a:chOff x="0" y="0"/>
            <a:chExt cx="760516" cy="912139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760516" cy="912139"/>
            </a:xfrm>
            <a:custGeom>
              <a:avLst/>
              <a:gdLst/>
              <a:ahLst/>
              <a:cxnLst/>
              <a:rect l="l" t="t" r="r" b="b"/>
              <a:pathLst>
                <a:path w="760516" h="912139">
                  <a:moveTo>
                    <a:pt x="0" y="0"/>
                  </a:moveTo>
                  <a:lnTo>
                    <a:pt x="760516" y="0"/>
                  </a:lnTo>
                  <a:lnTo>
                    <a:pt x="760516" y="912139"/>
                  </a:lnTo>
                  <a:lnTo>
                    <a:pt x="0" y="912139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0" y="-38100"/>
              <a:ext cx="760516" cy="9502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4180550" y="3590524"/>
            <a:ext cx="2887584" cy="3463280"/>
            <a:chOff x="0" y="0"/>
            <a:chExt cx="760516" cy="912139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760516" cy="912139"/>
            </a:xfrm>
            <a:custGeom>
              <a:avLst/>
              <a:gdLst/>
              <a:ahLst/>
              <a:cxnLst/>
              <a:rect l="l" t="t" r="r" b="b"/>
              <a:pathLst>
                <a:path w="760516" h="912139">
                  <a:moveTo>
                    <a:pt x="0" y="0"/>
                  </a:moveTo>
                  <a:lnTo>
                    <a:pt x="760516" y="0"/>
                  </a:lnTo>
                  <a:lnTo>
                    <a:pt x="760516" y="912139"/>
                  </a:lnTo>
                  <a:lnTo>
                    <a:pt x="0" y="912139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0" y="-38100"/>
              <a:ext cx="760516" cy="9502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3" name="TextBox 53"/>
          <p:cNvSpPr txBox="1"/>
          <p:nvPr/>
        </p:nvSpPr>
        <p:spPr>
          <a:xfrm>
            <a:off x="1143000" y="7183311"/>
            <a:ext cx="2445509" cy="3663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41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Team Leader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4680230" y="7183311"/>
            <a:ext cx="2253969" cy="3663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41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Team Member 1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7934366" y="7183311"/>
            <a:ext cx="2352633" cy="3663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41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Team Member 2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1179031" y="7183311"/>
            <a:ext cx="2277932" cy="3597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41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Team Member 3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4478000" y="7183311"/>
            <a:ext cx="2425412" cy="3663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41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Institute Mentor</a:t>
            </a:r>
          </a:p>
        </p:txBody>
      </p:sp>
      <p:grpSp>
        <p:nvGrpSpPr>
          <p:cNvPr id="58" name="Group 58"/>
          <p:cNvGrpSpPr/>
          <p:nvPr/>
        </p:nvGrpSpPr>
        <p:grpSpPr>
          <a:xfrm>
            <a:off x="0" y="1348920"/>
            <a:ext cx="9144000" cy="1246496"/>
            <a:chOff x="0" y="0"/>
            <a:chExt cx="12192000" cy="1661994"/>
          </a:xfrm>
        </p:grpSpPr>
        <p:grpSp>
          <p:nvGrpSpPr>
            <p:cNvPr id="59" name="Group 59"/>
            <p:cNvGrpSpPr/>
            <p:nvPr/>
          </p:nvGrpSpPr>
          <p:grpSpPr>
            <a:xfrm>
              <a:off x="0" y="0"/>
              <a:ext cx="11352116" cy="1661994"/>
              <a:chOff x="0" y="0"/>
              <a:chExt cx="11352116" cy="1661994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0" y="0"/>
                <a:ext cx="11352149" cy="1662049"/>
              </a:xfrm>
              <a:custGeom>
                <a:avLst/>
                <a:gdLst/>
                <a:ahLst/>
                <a:cxnLst/>
                <a:rect l="l" t="t" r="r" b="b"/>
                <a:pathLst>
                  <a:path w="11352149" h="1662049">
                    <a:moveTo>
                      <a:pt x="0" y="0"/>
                    </a:moveTo>
                    <a:lnTo>
                      <a:pt x="11352149" y="0"/>
                    </a:lnTo>
                    <a:lnTo>
                      <a:pt x="11352149" y="1662049"/>
                    </a:lnTo>
                    <a:lnTo>
                      <a:pt x="0" y="1662049"/>
                    </a:lnTo>
                    <a:close/>
                  </a:path>
                </a:pathLst>
              </a:custGeom>
              <a:solidFill>
                <a:srgbClr val="020B7D"/>
              </a:solidFill>
            </p:spPr>
          </p:sp>
        </p:grpSp>
        <p:grpSp>
          <p:nvGrpSpPr>
            <p:cNvPr id="61" name="Group 61"/>
            <p:cNvGrpSpPr/>
            <p:nvPr/>
          </p:nvGrpSpPr>
          <p:grpSpPr>
            <a:xfrm>
              <a:off x="10530006" y="0"/>
              <a:ext cx="1661994" cy="1661994"/>
              <a:chOff x="0" y="0"/>
              <a:chExt cx="1661994" cy="1661994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0" y="0"/>
                <a:ext cx="1661922" cy="1661922"/>
              </a:xfrm>
              <a:custGeom>
                <a:avLst/>
                <a:gdLst/>
                <a:ahLst/>
                <a:cxnLst/>
                <a:rect l="l" t="t" r="r" b="b"/>
                <a:pathLst>
                  <a:path w="1661922" h="1661922">
                    <a:moveTo>
                      <a:pt x="0" y="830961"/>
                    </a:moveTo>
                    <a:cubicBezTo>
                      <a:pt x="0" y="1289939"/>
                      <a:pt x="372110" y="1661922"/>
                      <a:pt x="830961" y="1661922"/>
                    </a:cubicBezTo>
                    <a:cubicBezTo>
                      <a:pt x="1289812" y="1661922"/>
                      <a:pt x="1661922" y="1289812"/>
                      <a:pt x="1661922" y="830961"/>
                    </a:cubicBezTo>
                    <a:cubicBezTo>
                      <a:pt x="1661922" y="372110"/>
                      <a:pt x="1289939" y="0"/>
                      <a:pt x="830961" y="0"/>
                    </a:cubicBezTo>
                    <a:cubicBezTo>
                      <a:pt x="371983" y="0"/>
                      <a:pt x="0" y="372110"/>
                      <a:pt x="0" y="830961"/>
                    </a:cubicBezTo>
                    <a:close/>
                  </a:path>
                </a:pathLst>
              </a:custGeom>
              <a:solidFill>
                <a:srgbClr val="020B7D"/>
              </a:solidFill>
            </p:spPr>
          </p:sp>
        </p:grpSp>
        <p:grpSp>
          <p:nvGrpSpPr>
            <p:cNvPr id="63" name="Group 63"/>
            <p:cNvGrpSpPr/>
            <p:nvPr/>
          </p:nvGrpSpPr>
          <p:grpSpPr>
            <a:xfrm>
              <a:off x="10639768" y="109763"/>
              <a:ext cx="1442472" cy="1442468"/>
              <a:chOff x="0" y="0"/>
              <a:chExt cx="1442472" cy="1442468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0" y="0"/>
                <a:ext cx="1442466" cy="1442466"/>
              </a:xfrm>
              <a:custGeom>
                <a:avLst/>
                <a:gdLst/>
                <a:ahLst/>
                <a:cxnLst/>
                <a:rect l="l" t="t" r="r" b="b"/>
                <a:pathLst>
                  <a:path w="1442466" h="1442466">
                    <a:moveTo>
                      <a:pt x="0" y="721233"/>
                    </a:moveTo>
                    <a:cubicBezTo>
                      <a:pt x="0" y="1119505"/>
                      <a:pt x="322961" y="1442466"/>
                      <a:pt x="721233" y="1442466"/>
                    </a:cubicBezTo>
                    <a:cubicBezTo>
                      <a:pt x="1119505" y="1442466"/>
                      <a:pt x="1442466" y="1119505"/>
                      <a:pt x="1442466" y="721233"/>
                    </a:cubicBezTo>
                    <a:cubicBezTo>
                      <a:pt x="1442466" y="322961"/>
                      <a:pt x="1119505" y="0"/>
                      <a:pt x="721233" y="0"/>
                    </a:cubicBezTo>
                    <a:cubicBezTo>
                      <a:pt x="322961" y="0"/>
                      <a:pt x="0" y="322961"/>
                      <a:pt x="0" y="721233"/>
                    </a:cubicBezTo>
                    <a:close/>
                  </a:path>
                </a:pathLst>
              </a:custGeom>
              <a:solidFill>
                <a:srgbClr val="E0E3FF"/>
              </a:solidFill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1371600" y="392847"/>
              <a:ext cx="8500110" cy="800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320"/>
                </a:lnSpc>
              </a:pPr>
              <a:r>
                <a:rPr lang="en-US" sz="3600" b="1">
                  <a:solidFill>
                    <a:srgbClr val="FFFFFF"/>
                  </a:solidFill>
                  <a:latin typeface="Futura Ultra-Bold"/>
                  <a:ea typeface="Futura Ultra-Bold"/>
                  <a:cs typeface="Futura Ultra-Bold"/>
                  <a:sym typeface="Futura Ultra-Bold"/>
                </a:rPr>
                <a:t>TECH TEAM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013646" y="392847"/>
              <a:ext cx="694716" cy="800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020B7D"/>
                  </a:solidFill>
                  <a:latin typeface="Futura Ultra-Bold"/>
                  <a:ea typeface="Futura Ultra-Bold"/>
                  <a:cs typeface="Futura Ultra-Bold"/>
                  <a:sym typeface="Futura Ultra-Bold"/>
                </a:rPr>
                <a:t>0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000935"/>
            <a:ext cx="18373921" cy="1286065"/>
            <a:chOff x="0" y="0"/>
            <a:chExt cx="24498562" cy="1714753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4498562" cy="1714753"/>
              <a:chOff x="0" y="0"/>
              <a:chExt cx="24055954" cy="1683773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4055960" cy="1683794"/>
              </a:xfrm>
              <a:custGeom>
                <a:avLst/>
                <a:gdLst/>
                <a:ahLst/>
                <a:cxnLst/>
                <a:rect l="l" t="t" r="r" b="b"/>
                <a:pathLst>
                  <a:path w="24055960" h="1683794">
                    <a:moveTo>
                      <a:pt x="0" y="0"/>
                    </a:moveTo>
                    <a:lnTo>
                      <a:pt x="24055960" y="0"/>
                    </a:lnTo>
                    <a:lnTo>
                      <a:pt x="24055960" y="1683794"/>
                    </a:lnTo>
                    <a:lnTo>
                      <a:pt x="0" y="168379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20B7D"/>
              </a:solidFill>
            </p:spPr>
          </p:sp>
        </p:grpSp>
        <p:sp>
          <p:nvSpPr>
            <p:cNvPr id="5" name="Freeform 5"/>
            <p:cNvSpPr/>
            <p:nvPr/>
          </p:nvSpPr>
          <p:spPr>
            <a:xfrm>
              <a:off x="428793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8" y="0"/>
                  </a:lnTo>
                  <a:lnTo>
                    <a:pt x="1680458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2109251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9" y="0"/>
                  </a:lnTo>
                  <a:lnTo>
                    <a:pt x="1680459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3789710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8" y="0"/>
                  </a:lnTo>
                  <a:lnTo>
                    <a:pt x="1680458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5470168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8" y="0"/>
                  </a:lnTo>
                  <a:lnTo>
                    <a:pt x="1680458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7150626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8" y="0"/>
                  </a:lnTo>
                  <a:lnTo>
                    <a:pt x="1680458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8831084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8" y="0"/>
                  </a:lnTo>
                  <a:lnTo>
                    <a:pt x="1680458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>
              <a:off x="10511542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8" y="0"/>
                  </a:lnTo>
                  <a:lnTo>
                    <a:pt x="1680458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>
              <a:off x="12192000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8" y="0"/>
                  </a:lnTo>
                  <a:lnTo>
                    <a:pt x="1680458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13872458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8" y="0"/>
                  </a:lnTo>
                  <a:lnTo>
                    <a:pt x="1680458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15552916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8" y="0"/>
                  </a:lnTo>
                  <a:lnTo>
                    <a:pt x="1680458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5" name="Freeform 15"/>
            <p:cNvSpPr/>
            <p:nvPr/>
          </p:nvSpPr>
          <p:spPr>
            <a:xfrm>
              <a:off x="17233374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8" y="0"/>
                  </a:lnTo>
                  <a:lnTo>
                    <a:pt x="1680458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>
              <a:off x="18913832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8" y="0"/>
                  </a:lnTo>
                  <a:lnTo>
                    <a:pt x="1680458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7" name="Freeform 17"/>
            <p:cNvSpPr/>
            <p:nvPr/>
          </p:nvSpPr>
          <p:spPr>
            <a:xfrm>
              <a:off x="20594290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9" y="0"/>
                  </a:lnTo>
                  <a:lnTo>
                    <a:pt x="1680459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8" name="Freeform 18"/>
            <p:cNvSpPr/>
            <p:nvPr/>
          </p:nvSpPr>
          <p:spPr>
            <a:xfrm>
              <a:off x="22274749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8" y="0"/>
                  </a:lnTo>
                  <a:lnTo>
                    <a:pt x="1680458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9" name="Group 19"/>
          <p:cNvGrpSpPr/>
          <p:nvPr/>
        </p:nvGrpSpPr>
        <p:grpSpPr>
          <a:xfrm>
            <a:off x="13772441" y="389608"/>
            <a:ext cx="4132420" cy="1854023"/>
            <a:chOff x="0" y="0"/>
            <a:chExt cx="5509893" cy="2472030"/>
          </a:xfrm>
        </p:grpSpPr>
        <p:sp>
          <p:nvSpPr>
            <p:cNvPr id="20" name="Freeform 20"/>
            <p:cNvSpPr/>
            <p:nvPr/>
          </p:nvSpPr>
          <p:spPr>
            <a:xfrm>
              <a:off x="3995994" y="2302161"/>
              <a:ext cx="147864" cy="114410"/>
            </a:xfrm>
            <a:custGeom>
              <a:avLst/>
              <a:gdLst/>
              <a:ahLst/>
              <a:cxnLst/>
              <a:rect l="l" t="t" r="r" b="b"/>
              <a:pathLst>
                <a:path w="147864" h="114410">
                  <a:moveTo>
                    <a:pt x="0" y="0"/>
                  </a:moveTo>
                  <a:lnTo>
                    <a:pt x="147864" y="0"/>
                  </a:lnTo>
                  <a:lnTo>
                    <a:pt x="147864" y="114410"/>
                  </a:lnTo>
                  <a:lnTo>
                    <a:pt x="0" y="1144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1" name="Freeform 21"/>
            <p:cNvSpPr/>
            <p:nvPr/>
          </p:nvSpPr>
          <p:spPr>
            <a:xfrm>
              <a:off x="1380987" y="2302161"/>
              <a:ext cx="147864" cy="114410"/>
            </a:xfrm>
            <a:custGeom>
              <a:avLst/>
              <a:gdLst/>
              <a:ahLst/>
              <a:cxnLst/>
              <a:rect l="l" t="t" r="r" b="b"/>
              <a:pathLst>
                <a:path w="147864" h="114410">
                  <a:moveTo>
                    <a:pt x="0" y="0"/>
                  </a:moveTo>
                  <a:lnTo>
                    <a:pt x="147865" y="0"/>
                  </a:lnTo>
                  <a:lnTo>
                    <a:pt x="147865" y="114410"/>
                  </a:lnTo>
                  <a:lnTo>
                    <a:pt x="0" y="1144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2" name="AutoShape 22"/>
            <p:cNvSpPr/>
            <p:nvPr/>
          </p:nvSpPr>
          <p:spPr>
            <a:xfrm>
              <a:off x="212543" y="2364090"/>
              <a:ext cx="1095449" cy="3387"/>
            </a:xfrm>
            <a:prstGeom prst="line">
              <a:avLst/>
            </a:prstGeom>
            <a:ln w="31572" cap="flat">
              <a:solidFill>
                <a:srgbClr val="656768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3" name="AutoShape 23"/>
            <p:cNvSpPr/>
            <p:nvPr/>
          </p:nvSpPr>
          <p:spPr>
            <a:xfrm>
              <a:off x="4216854" y="2351255"/>
              <a:ext cx="1182922" cy="8111"/>
            </a:xfrm>
            <a:prstGeom prst="line">
              <a:avLst/>
            </a:prstGeom>
            <a:ln w="31572" cap="flat">
              <a:solidFill>
                <a:srgbClr val="656768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564515" y="2237100"/>
              <a:ext cx="2358749" cy="2349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22"/>
                </a:lnSpc>
                <a:spcBef>
                  <a:spcPct val="0"/>
                </a:spcBef>
              </a:pPr>
              <a:r>
                <a:rPr lang="en-US" sz="1087">
                  <a:solidFill>
                    <a:srgbClr val="656768"/>
                  </a:solidFill>
                  <a:latin typeface="Garet"/>
                  <a:ea typeface="Garet"/>
                  <a:cs typeface="Garet"/>
                  <a:sym typeface="Garet"/>
                </a:rPr>
                <a:t>CREATE CODE CONQUER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609270" y="1698586"/>
              <a:ext cx="522654" cy="514102"/>
            </a:xfrm>
            <a:custGeom>
              <a:avLst/>
              <a:gdLst/>
              <a:ahLst/>
              <a:cxnLst/>
              <a:rect l="l" t="t" r="r" b="b"/>
              <a:pathLst>
                <a:path w="522654" h="514102">
                  <a:moveTo>
                    <a:pt x="0" y="0"/>
                  </a:moveTo>
                  <a:lnTo>
                    <a:pt x="522655" y="0"/>
                  </a:lnTo>
                  <a:lnTo>
                    <a:pt x="522655" y="514102"/>
                  </a:lnTo>
                  <a:lnTo>
                    <a:pt x="0" y="5141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1119521" y="1508982"/>
              <a:ext cx="3304305" cy="8584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571"/>
                </a:lnSpc>
                <a:spcBef>
                  <a:spcPct val="0"/>
                </a:spcBef>
              </a:pPr>
              <a:r>
                <a:rPr lang="en-US" sz="3979" b="1">
                  <a:solidFill>
                    <a:srgbClr val="222047"/>
                  </a:solidFill>
                  <a:latin typeface="Garet Bold"/>
                  <a:ea typeface="Garet Bold"/>
                  <a:cs typeface="Garet Bold"/>
                  <a:sym typeface="Garet Bold"/>
                </a:rPr>
                <a:t>DECRATZ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1464808"/>
              <a:ext cx="596866" cy="9277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827"/>
                </a:lnSpc>
                <a:spcBef>
                  <a:spcPct val="0"/>
                </a:spcBef>
              </a:pPr>
              <a:r>
                <a:rPr lang="en-US" sz="4162" b="1">
                  <a:solidFill>
                    <a:srgbClr val="222047"/>
                  </a:solidFill>
                  <a:latin typeface="Garet Bold"/>
                  <a:ea typeface="Garet Bold"/>
                  <a:cs typeface="Garet Bold"/>
                  <a:sym typeface="Garet Bold"/>
                </a:rPr>
                <a:t>C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428815" y="1449853"/>
              <a:ext cx="1081078" cy="8456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376"/>
                </a:lnSpc>
                <a:spcBef>
                  <a:spcPct val="0"/>
                </a:spcBef>
              </a:pPr>
              <a:r>
                <a:rPr lang="en-US" sz="3840" b="1">
                  <a:solidFill>
                    <a:srgbClr val="222047"/>
                  </a:solidFill>
                  <a:latin typeface="Garet Bold"/>
                  <a:ea typeface="Garet Bold"/>
                  <a:cs typeface="Garet Bold"/>
                  <a:sym typeface="Garet Bold"/>
                </a:rPr>
                <a:t>‘</a:t>
              </a:r>
              <a:r>
                <a:rPr lang="en-US" sz="3840" b="1">
                  <a:solidFill>
                    <a:srgbClr val="020B7D"/>
                  </a:solidFill>
                  <a:latin typeface="Garet Bold"/>
                  <a:ea typeface="Garet Bold"/>
                  <a:cs typeface="Garet Bold"/>
                  <a:sym typeface="Garet Bold"/>
                </a:rPr>
                <a:t>26</a:t>
              </a:r>
            </a:p>
          </p:txBody>
        </p:sp>
        <p:grpSp>
          <p:nvGrpSpPr>
            <p:cNvPr id="29" name="Group 29"/>
            <p:cNvGrpSpPr/>
            <p:nvPr/>
          </p:nvGrpSpPr>
          <p:grpSpPr>
            <a:xfrm>
              <a:off x="2304155" y="94042"/>
              <a:ext cx="1314604" cy="1314604"/>
              <a:chOff x="0" y="0"/>
              <a:chExt cx="812800" cy="8128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lIns="20671" tIns="20671" rIns="20671" bIns="20671" rtlCol="0" anchor="ctr"/>
              <a:lstStyle/>
              <a:p>
                <a:pPr algn="ctr">
                  <a:lnSpc>
                    <a:spcPts val="822"/>
                  </a:lnSpc>
                </a:pPr>
                <a:endParaRPr/>
              </a:p>
            </p:txBody>
          </p:sp>
        </p:grpSp>
        <p:sp>
          <p:nvSpPr>
            <p:cNvPr id="32" name="Freeform 32"/>
            <p:cNvSpPr/>
            <p:nvPr/>
          </p:nvSpPr>
          <p:spPr>
            <a:xfrm>
              <a:off x="2242749" y="0"/>
              <a:ext cx="1445400" cy="1445400"/>
            </a:xfrm>
            <a:custGeom>
              <a:avLst/>
              <a:gdLst/>
              <a:ahLst/>
              <a:cxnLst/>
              <a:rect l="l" t="t" r="r" b="b"/>
              <a:pathLst>
                <a:path w="1445400" h="1445400">
                  <a:moveTo>
                    <a:pt x="0" y="0"/>
                  </a:moveTo>
                  <a:lnTo>
                    <a:pt x="1445401" y="0"/>
                  </a:lnTo>
                  <a:lnTo>
                    <a:pt x="1445401" y="1445400"/>
                  </a:lnTo>
                  <a:lnTo>
                    <a:pt x="0" y="1445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3" name="Freeform 33"/>
            <p:cNvSpPr/>
            <p:nvPr/>
          </p:nvSpPr>
          <p:spPr>
            <a:xfrm>
              <a:off x="2251933" y="96216"/>
              <a:ext cx="1419049" cy="1312430"/>
            </a:xfrm>
            <a:custGeom>
              <a:avLst/>
              <a:gdLst/>
              <a:ahLst/>
              <a:cxnLst/>
              <a:rect l="l" t="t" r="r" b="b"/>
              <a:pathLst>
                <a:path w="1419049" h="1312430">
                  <a:moveTo>
                    <a:pt x="0" y="0"/>
                  </a:moveTo>
                  <a:lnTo>
                    <a:pt x="1419049" y="0"/>
                  </a:lnTo>
                  <a:lnTo>
                    <a:pt x="1419049" y="1312430"/>
                  </a:lnTo>
                  <a:lnTo>
                    <a:pt x="0" y="13124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  <p:sp>
          <p:nvSpPr>
            <p:cNvPr id="34" name="Freeform 34"/>
            <p:cNvSpPr/>
            <p:nvPr/>
          </p:nvSpPr>
          <p:spPr>
            <a:xfrm>
              <a:off x="2234765" y="0"/>
              <a:ext cx="1453385" cy="1453385"/>
            </a:xfrm>
            <a:custGeom>
              <a:avLst/>
              <a:gdLst/>
              <a:ahLst/>
              <a:cxnLst/>
              <a:rect l="l" t="t" r="r" b="b"/>
              <a:pathLst>
                <a:path w="1453385" h="1453385">
                  <a:moveTo>
                    <a:pt x="0" y="0"/>
                  </a:moveTo>
                  <a:lnTo>
                    <a:pt x="1453385" y="0"/>
                  </a:lnTo>
                  <a:lnTo>
                    <a:pt x="1453385" y="1453385"/>
                  </a:lnTo>
                  <a:lnTo>
                    <a:pt x="0" y="14533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5" name="Freeform 35"/>
            <p:cNvSpPr/>
            <p:nvPr/>
          </p:nvSpPr>
          <p:spPr>
            <a:xfrm>
              <a:off x="2318477" y="83712"/>
              <a:ext cx="1285960" cy="1285960"/>
            </a:xfrm>
            <a:custGeom>
              <a:avLst/>
              <a:gdLst/>
              <a:ahLst/>
              <a:cxnLst/>
              <a:rect l="l" t="t" r="r" b="b"/>
              <a:pathLst>
                <a:path w="1285960" h="1285960">
                  <a:moveTo>
                    <a:pt x="0" y="0"/>
                  </a:moveTo>
                  <a:lnTo>
                    <a:pt x="1285960" y="0"/>
                  </a:lnTo>
                  <a:lnTo>
                    <a:pt x="1285960" y="1285960"/>
                  </a:lnTo>
                  <a:lnTo>
                    <a:pt x="0" y="1285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alphaModFix amt="86000"/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36" name="Freeform 36"/>
            <p:cNvSpPr/>
            <p:nvPr/>
          </p:nvSpPr>
          <p:spPr>
            <a:xfrm>
              <a:off x="233704" y="15786"/>
              <a:ext cx="1448338" cy="1453385"/>
            </a:xfrm>
            <a:custGeom>
              <a:avLst/>
              <a:gdLst/>
              <a:ahLst/>
              <a:cxnLst/>
              <a:rect l="l" t="t" r="r" b="b"/>
              <a:pathLst>
                <a:path w="1448338" h="1453385">
                  <a:moveTo>
                    <a:pt x="0" y="0"/>
                  </a:moveTo>
                  <a:lnTo>
                    <a:pt x="1448338" y="0"/>
                  </a:lnTo>
                  <a:lnTo>
                    <a:pt x="1448338" y="1453385"/>
                  </a:lnTo>
                  <a:lnTo>
                    <a:pt x="0" y="14533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/>
              </a:stretch>
            </a:blipFill>
          </p:spPr>
        </p:sp>
        <p:sp>
          <p:nvSpPr>
            <p:cNvPr id="37" name="Freeform 37"/>
            <p:cNvSpPr/>
            <p:nvPr/>
          </p:nvSpPr>
          <p:spPr>
            <a:xfrm>
              <a:off x="4196512" y="0"/>
              <a:ext cx="1198092" cy="1437599"/>
            </a:xfrm>
            <a:custGeom>
              <a:avLst/>
              <a:gdLst/>
              <a:ahLst/>
              <a:cxnLst/>
              <a:rect l="l" t="t" r="r" b="b"/>
              <a:pathLst>
                <a:path w="1198092" h="1437599">
                  <a:moveTo>
                    <a:pt x="0" y="0"/>
                  </a:moveTo>
                  <a:lnTo>
                    <a:pt x="1198092" y="0"/>
                  </a:lnTo>
                  <a:lnTo>
                    <a:pt x="1198092" y="1437599"/>
                  </a:lnTo>
                  <a:lnTo>
                    <a:pt x="0" y="14375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-81667" t="-50907" r="-87664" b="-73553"/>
              </a:stretch>
            </a:blipFill>
          </p:spPr>
        </p:sp>
      </p:grpSp>
      <p:sp>
        <p:nvSpPr>
          <p:cNvPr id="38" name="TextBox 38"/>
          <p:cNvSpPr txBox="1"/>
          <p:nvPr/>
        </p:nvSpPr>
        <p:spPr>
          <a:xfrm>
            <a:off x="1028700" y="3328349"/>
            <a:ext cx="11578968" cy="29726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8380" lvl="1" indent="-369190" algn="just">
              <a:lnSpc>
                <a:spcPts val="4788"/>
              </a:lnSpc>
              <a:buFont typeface="Arial"/>
              <a:buChar char="•"/>
            </a:pPr>
            <a:r>
              <a:rPr lang="en-US" sz="342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Summary of your main idea.</a:t>
            </a:r>
          </a:p>
          <a:p>
            <a:pPr marL="738380" lvl="1" indent="-369190" algn="just">
              <a:lnSpc>
                <a:spcPts val="4788"/>
              </a:lnSpc>
              <a:buFont typeface="Arial"/>
              <a:buChar char="•"/>
            </a:pPr>
            <a:r>
              <a:rPr lang="en-US" sz="342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How your solution addresses the problem.</a:t>
            </a:r>
          </a:p>
          <a:p>
            <a:pPr marL="738380" lvl="1" indent="-369190" algn="just">
              <a:lnSpc>
                <a:spcPts val="4788"/>
              </a:lnSpc>
              <a:buFont typeface="Arial"/>
              <a:buChar char="•"/>
            </a:pPr>
            <a:r>
              <a:rPr lang="en-US" sz="342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Core concept or workflow.</a:t>
            </a:r>
          </a:p>
          <a:p>
            <a:pPr marL="738380" lvl="1" indent="-369190" algn="just">
              <a:lnSpc>
                <a:spcPts val="4788"/>
              </a:lnSpc>
              <a:buFont typeface="Arial"/>
              <a:buChar char="•"/>
            </a:pPr>
            <a:r>
              <a:rPr lang="en-US" sz="342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Outcome or goal of your solution.</a:t>
            </a:r>
          </a:p>
          <a:p>
            <a:pPr marL="738380" lvl="1" indent="-369190" algn="just">
              <a:lnSpc>
                <a:spcPts val="4788"/>
              </a:lnSpc>
              <a:spcBef>
                <a:spcPct val="0"/>
              </a:spcBef>
              <a:buFont typeface="Arial"/>
              <a:buChar char="•"/>
            </a:pPr>
            <a:r>
              <a:rPr lang="en-US" sz="342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You can add image or video of your prototype also. 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0" y="1348920"/>
            <a:ext cx="9144000" cy="1246496"/>
            <a:chOff x="0" y="0"/>
            <a:chExt cx="12192000" cy="1661994"/>
          </a:xfrm>
        </p:grpSpPr>
        <p:grpSp>
          <p:nvGrpSpPr>
            <p:cNvPr id="40" name="Group 40"/>
            <p:cNvGrpSpPr/>
            <p:nvPr/>
          </p:nvGrpSpPr>
          <p:grpSpPr>
            <a:xfrm>
              <a:off x="0" y="0"/>
              <a:ext cx="11352116" cy="1661994"/>
              <a:chOff x="0" y="0"/>
              <a:chExt cx="11352116" cy="1661994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11352149" cy="1662049"/>
              </a:xfrm>
              <a:custGeom>
                <a:avLst/>
                <a:gdLst/>
                <a:ahLst/>
                <a:cxnLst/>
                <a:rect l="l" t="t" r="r" b="b"/>
                <a:pathLst>
                  <a:path w="11352149" h="1662049">
                    <a:moveTo>
                      <a:pt x="0" y="0"/>
                    </a:moveTo>
                    <a:lnTo>
                      <a:pt x="11352149" y="0"/>
                    </a:lnTo>
                    <a:lnTo>
                      <a:pt x="11352149" y="1662049"/>
                    </a:lnTo>
                    <a:lnTo>
                      <a:pt x="0" y="1662049"/>
                    </a:lnTo>
                    <a:close/>
                  </a:path>
                </a:pathLst>
              </a:custGeom>
              <a:solidFill>
                <a:srgbClr val="020B7D"/>
              </a:solidFill>
            </p:spPr>
          </p:sp>
        </p:grpSp>
        <p:grpSp>
          <p:nvGrpSpPr>
            <p:cNvPr id="42" name="Group 42"/>
            <p:cNvGrpSpPr/>
            <p:nvPr/>
          </p:nvGrpSpPr>
          <p:grpSpPr>
            <a:xfrm>
              <a:off x="10530006" y="0"/>
              <a:ext cx="1661994" cy="1661994"/>
              <a:chOff x="0" y="0"/>
              <a:chExt cx="1661994" cy="1661994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1661922" cy="1661922"/>
              </a:xfrm>
              <a:custGeom>
                <a:avLst/>
                <a:gdLst/>
                <a:ahLst/>
                <a:cxnLst/>
                <a:rect l="l" t="t" r="r" b="b"/>
                <a:pathLst>
                  <a:path w="1661922" h="1661922">
                    <a:moveTo>
                      <a:pt x="0" y="830961"/>
                    </a:moveTo>
                    <a:cubicBezTo>
                      <a:pt x="0" y="1289939"/>
                      <a:pt x="372110" y="1661922"/>
                      <a:pt x="830961" y="1661922"/>
                    </a:cubicBezTo>
                    <a:cubicBezTo>
                      <a:pt x="1289812" y="1661922"/>
                      <a:pt x="1661922" y="1289812"/>
                      <a:pt x="1661922" y="830961"/>
                    </a:cubicBezTo>
                    <a:cubicBezTo>
                      <a:pt x="1661922" y="372110"/>
                      <a:pt x="1289939" y="0"/>
                      <a:pt x="830961" y="0"/>
                    </a:cubicBezTo>
                    <a:cubicBezTo>
                      <a:pt x="371983" y="0"/>
                      <a:pt x="0" y="372110"/>
                      <a:pt x="0" y="830961"/>
                    </a:cubicBezTo>
                    <a:close/>
                  </a:path>
                </a:pathLst>
              </a:custGeom>
              <a:solidFill>
                <a:srgbClr val="020B7D"/>
              </a:solidFill>
            </p:spPr>
          </p:sp>
        </p:grpSp>
        <p:grpSp>
          <p:nvGrpSpPr>
            <p:cNvPr id="44" name="Group 44"/>
            <p:cNvGrpSpPr/>
            <p:nvPr/>
          </p:nvGrpSpPr>
          <p:grpSpPr>
            <a:xfrm>
              <a:off x="10639768" y="109763"/>
              <a:ext cx="1442472" cy="1442468"/>
              <a:chOff x="0" y="0"/>
              <a:chExt cx="1442472" cy="1442468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0" y="0"/>
                <a:ext cx="1442466" cy="1442466"/>
              </a:xfrm>
              <a:custGeom>
                <a:avLst/>
                <a:gdLst/>
                <a:ahLst/>
                <a:cxnLst/>
                <a:rect l="l" t="t" r="r" b="b"/>
                <a:pathLst>
                  <a:path w="1442466" h="1442466">
                    <a:moveTo>
                      <a:pt x="0" y="721233"/>
                    </a:moveTo>
                    <a:cubicBezTo>
                      <a:pt x="0" y="1119505"/>
                      <a:pt x="322961" y="1442466"/>
                      <a:pt x="721233" y="1442466"/>
                    </a:cubicBezTo>
                    <a:cubicBezTo>
                      <a:pt x="1119505" y="1442466"/>
                      <a:pt x="1442466" y="1119505"/>
                      <a:pt x="1442466" y="721233"/>
                    </a:cubicBezTo>
                    <a:cubicBezTo>
                      <a:pt x="1442466" y="322961"/>
                      <a:pt x="1119505" y="0"/>
                      <a:pt x="721233" y="0"/>
                    </a:cubicBezTo>
                    <a:cubicBezTo>
                      <a:pt x="322961" y="0"/>
                      <a:pt x="0" y="322961"/>
                      <a:pt x="0" y="721233"/>
                    </a:cubicBezTo>
                    <a:close/>
                  </a:path>
                </a:pathLst>
              </a:custGeom>
              <a:solidFill>
                <a:srgbClr val="E0E3FF"/>
              </a:solidFill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1371600" y="392847"/>
              <a:ext cx="8500110" cy="800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320"/>
                </a:lnSpc>
              </a:pPr>
              <a:r>
                <a:rPr lang="en-US" sz="3600" b="1">
                  <a:solidFill>
                    <a:srgbClr val="FFFFFF"/>
                  </a:solidFill>
                  <a:latin typeface="Futura Ultra-Bold"/>
                  <a:ea typeface="Futura Ultra-Bold"/>
                  <a:cs typeface="Futura Ultra-Bold"/>
                  <a:sym typeface="Futura Ultra-Bold"/>
                </a:rPr>
                <a:t>SOLUTION OVERVIEW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013646" y="392847"/>
              <a:ext cx="694716" cy="800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020B7D"/>
                  </a:solidFill>
                  <a:latin typeface="Futura Ultra-Bold"/>
                  <a:ea typeface="Futura Ultra-Bold"/>
                  <a:cs typeface="Futura Ultra-Bold"/>
                  <a:sym typeface="Futura Ultra-Bold"/>
                </a:rPr>
                <a:t>1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348920"/>
            <a:ext cx="9144000" cy="1246496"/>
            <a:chOff x="0" y="0"/>
            <a:chExt cx="12192000" cy="1661994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11352116" cy="1661994"/>
              <a:chOff x="0" y="0"/>
              <a:chExt cx="11352116" cy="1661994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1352149" cy="1662049"/>
              </a:xfrm>
              <a:custGeom>
                <a:avLst/>
                <a:gdLst/>
                <a:ahLst/>
                <a:cxnLst/>
                <a:rect l="l" t="t" r="r" b="b"/>
                <a:pathLst>
                  <a:path w="11352149" h="1662049">
                    <a:moveTo>
                      <a:pt x="0" y="0"/>
                    </a:moveTo>
                    <a:lnTo>
                      <a:pt x="11352149" y="0"/>
                    </a:lnTo>
                    <a:lnTo>
                      <a:pt x="11352149" y="1662049"/>
                    </a:lnTo>
                    <a:lnTo>
                      <a:pt x="0" y="1662049"/>
                    </a:lnTo>
                    <a:close/>
                  </a:path>
                </a:pathLst>
              </a:custGeom>
              <a:solidFill>
                <a:srgbClr val="020B7D"/>
              </a:solidFill>
            </p:spPr>
          </p:sp>
        </p:grpSp>
        <p:grpSp>
          <p:nvGrpSpPr>
            <p:cNvPr id="5" name="Group 5"/>
            <p:cNvGrpSpPr/>
            <p:nvPr/>
          </p:nvGrpSpPr>
          <p:grpSpPr>
            <a:xfrm>
              <a:off x="10530006" y="0"/>
              <a:ext cx="1661994" cy="1661994"/>
              <a:chOff x="0" y="0"/>
              <a:chExt cx="1661994" cy="1661994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661922" cy="1661922"/>
              </a:xfrm>
              <a:custGeom>
                <a:avLst/>
                <a:gdLst/>
                <a:ahLst/>
                <a:cxnLst/>
                <a:rect l="l" t="t" r="r" b="b"/>
                <a:pathLst>
                  <a:path w="1661922" h="1661922">
                    <a:moveTo>
                      <a:pt x="0" y="830961"/>
                    </a:moveTo>
                    <a:cubicBezTo>
                      <a:pt x="0" y="1289939"/>
                      <a:pt x="372110" y="1661922"/>
                      <a:pt x="830961" y="1661922"/>
                    </a:cubicBezTo>
                    <a:cubicBezTo>
                      <a:pt x="1289812" y="1661922"/>
                      <a:pt x="1661922" y="1289812"/>
                      <a:pt x="1661922" y="830961"/>
                    </a:cubicBezTo>
                    <a:cubicBezTo>
                      <a:pt x="1661922" y="372110"/>
                      <a:pt x="1289939" y="0"/>
                      <a:pt x="830961" y="0"/>
                    </a:cubicBezTo>
                    <a:cubicBezTo>
                      <a:pt x="371983" y="0"/>
                      <a:pt x="0" y="372110"/>
                      <a:pt x="0" y="830961"/>
                    </a:cubicBezTo>
                    <a:close/>
                  </a:path>
                </a:pathLst>
              </a:custGeom>
              <a:solidFill>
                <a:srgbClr val="020B7D"/>
              </a:solidFill>
            </p:spPr>
          </p:sp>
        </p:grpSp>
        <p:grpSp>
          <p:nvGrpSpPr>
            <p:cNvPr id="7" name="Group 7"/>
            <p:cNvGrpSpPr/>
            <p:nvPr/>
          </p:nvGrpSpPr>
          <p:grpSpPr>
            <a:xfrm>
              <a:off x="10639768" y="109763"/>
              <a:ext cx="1442472" cy="1442468"/>
              <a:chOff x="0" y="0"/>
              <a:chExt cx="1442472" cy="1442468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442466" cy="1442466"/>
              </a:xfrm>
              <a:custGeom>
                <a:avLst/>
                <a:gdLst/>
                <a:ahLst/>
                <a:cxnLst/>
                <a:rect l="l" t="t" r="r" b="b"/>
                <a:pathLst>
                  <a:path w="1442466" h="1442466">
                    <a:moveTo>
                      <a:pt x="0" y="721233"/>
                    </a:moveTo>
                    <a:cubicBezTo>
                      <a:pt x="0" y="1119505"/>
                      <a:pt x="322961" y="1442466"/>
                      <a:pt x="721233" y="1442466"/>
                    </a:cubicBezTo>
                    <a:cubicBezTo>
                      <a:pt x="1119505" y="1442466"/>
                      <a:pt x="1442466" y="1119505"/>
                      <a:pt x="1442466" y="721233"/>
                    </a:cubicBezTo>
                    <a:cubicBezTo>
                      <a:pt x="1442466" y="322961"/>
                      <a:pt x="1119505" y="0"/>
                      <a:pt x="721233" y="0"/>
                    </a:cubicBezTo>
                    <a:cubicBezTo>
                      <a:pt x="322961" y="0"/>
                      <a:pt x="0" y="322961"/>
                      <a:pt x="0" y="721233"/>
                    </a:cubicBezTo>
                    <a:close/>
                  </a:path>
                </a:pathLst>
              </a:custGeom>
              <a:solidFill>
                <a:srgbClr val="E0E3FF"/>
              </a:solidFill>
            </p:spPr>
          </p:sp>
        </p:grpSp>
        <p:sp>
          <p:nvSpPr>
            <p:cNvPr id="9" name="TextBox 9"/>
            <p:cNvSpPr txBox="1"/>
            <p:nvPr/>
          </p:nvSpPr>
          <p:spPr>
            <a:xfrm>
              <a:off x="1371600" y="392847"/>
              <a:ext cx="8500110" cy="800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320"/>
                </a:lnSpc>
              </a:pPr>
              <a:r>
                <a:rPr lang="en-US" sz="3600" b="1">
                  <a:solidFill>
                    <a:srgbClr val="FFFFFF"/>
                  </a:solidFill>
                  <a:latin typeface="Futura Ultra-Bold"/>
                  <a:ea typeface="Futura Ultra-Bold"/>
                  <a:cs typeface="Futura Ultra-Bold"/>
                  <a:sym typeface="Futura Ultra-Bold"/>
                </a:rPr>
                <a:t>TECHNICAL DETAILS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013646" y="392847"/>
              <a:ext cx="694716" cy="800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020B7D"/>
                  </a:solidFill>
                  <a:latin typeface="Futura Ultra-Bold"/>
                  <a:ea typeface="Futura Ultra-Bold"/>
                  <a:cs typeface="Futura Ultra-Bold"/>
                  <a:sym typeface="Futura Ultra-Bold"/>
                </a:rPr>
                <a:t>2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0" y="9000935"/>
            <a:ext cx="18373921" cy="1286065"/>
            <a:chOff x="0" y="0"/>
            <a:chExt cx="24498562" cy="1714753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24498562" cy="1714753"/>
              <a:chOff x="0" y="0"/>
              <a:chExt cx="24055954" cy="1683773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24055960" cy="1683794"/>
              </a:xfrm>
              <a:custGeom>
                <a:avLst/>
                <a:gdLst/>
                <a:ahLst/>
                <a:cxnLst/>
                <a:rect l="l" t="t" r="r" b="b"/>
                <a:pathLst>
                  <a:path w="24055960" h="1683794">
                    <a:moveTo>
                      <a:pt x="0" y="0"/>
                    </a:moveTo>
                    <a:lnTo>
                      <a:pt x="24055960" y="0"/>
                    </a:lnTo>
                    <a:lnTo>
                      <a:pt x="24055960" y="1683794"/>
                    </a:lnTo>
                    <a:lnTo>
                      <a:pt x="0" y="168379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20B7D"/>
              </a:solidFill>
            </p:spPr>
          </p:sp>
        </p:grpSp>
        <p:sp>
          <p:nvSpPr>
            <p:cNvPr id="14" name="Freeform 14"/>
            <p:cNvSpPr/>
            <p:nvPr/>
          </p:nvSpPr>
          <p:spPr>
            <a:xfrm>
              <a:off x="428793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8" y="0"/>
                  </a:lnTo>
                  <a:lnTo>
                    <a:pt x="1680458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5" name="Freeform 15"/>
            <p:cNvSpPr/>
            <p:nvPr/>
          </p:nvSpPr>
          <p:spPr>
            <a:xfrm>
              <a:off x="2109251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9" y="0"/>
                  </a:lnTo>
                  <a:lnTo>
                    <a:pt x="1680459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>
              <a:off x="3789710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8" y="0"/>
                  </a:lnTo>
                  <a:lnTo>
                    <a:pt x="1680458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7" name="Freeform 17"/>
            <p:cNvSpPr/>
            <p:nvPr/>
          </p:nvSpPr>
          <p:spPr>
            <a:xfrm>
              <a:off x="5470168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8" y="0"/>
                  </a:lnTo>
                  <a:lnTo>
                    <a:pt x="1680458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8" name="Freeform 18"/>
            <p:cNvSpPr/>
            <p:nvPr/>
          </p:nvSpPr>
          <p:spPr>
            <a:xfrm>
              <a:off x="7150626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8" y="0"/>
                  </a:lnTo>
                  <a:lnTo>
                    <a:pt x="1680458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9" name="Freeform 19"/>
            <p:cNvSpPr/>
            <p:nvPr/>
          </p:nvSpPr>
          <p:spPr>
            <a:xfrm>
              <a:off x="8831084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8" y="0"/>
                  </a:lnTo>
                  <a:lnTo>
                    <a:pt x="1680458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0" name="Freeform 20"/>
            <p:cNvSpPr/>
            <p:nvPr/>
          </p:nvSpPr>
          <p:spPr>
            <a:xfrm>
              <a:off x="10511542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8" y="0"/>
                  </a:lnTo>
                  <a:lnTo>
                    <a:pt x="1680458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1" name="Freeform 21"/>
            <p:cNvSpPr/>
            <p:nvPr/>
          </p:nvSpPr>
          <p:spPr>
            <a:xfrm>
              <a:off x="12192000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8" y="0"/>
                  </a:lnTo>
                  <a:lnTo>
                    <a:pt x="1680458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2" name="Freeform 22"/>
            <p:cNvSpPr/>
            <p:nvPr/>
          </p:nvSpPr>
          <p:spPr>
            <a:xfrm>
              <a:off x="13872458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8" y="0"/>
                  </a:lnTo>
                  <a:lnTo>
                    <a:pt x="1680458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3" name="Freeform 23"/>
            <p:cNvSpPr/>
            <p:nvPr/>
          </p:nvSpPr>
          <p:spPr>
            <a:xfrm>
              <a:off x="15552916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8" y="0"/>
                  </a:lnTo>
                  <a:lnTo>
                    <a:pt x="1680458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4" name="Freeform 24"/>
            <p:cNvSpPr/>
            <p:nvPr/>
          </p:nvSpPr>
          <p:spPr>
            <a:xfrm>
              <a:off x="17233374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8" y="0"/>
                  </a:lnTo>
                  <a:lnTo>
                    <a:pt x="1680458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5" name="Freeform 25"/>
            <p:cNvSpPr/>
            <p:nvPr/>
          </p:nvSpPr>
          <p:spPr>
            <a:xfrm>
              <a:off x="18913832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8" y="0"/>
                  </a:lnTo>
                  <a:lnTo>
                    <a:pt x="1680458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6" name="Freeform 26"/>
            <p:cNvSpPr/>
            <p:nvPr/>
          </p:nvSpPr>
          <p:spPr>
            <a:xfrm>
              <a:off x="20594290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9" y="0"/>
                  </a:lnTo>
                  <a:lnTo>
                    <a:pt x="1680459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7" name="Freeform 27"/>
            <p:cNvSpPr/>
            <p:nvPr/>
          </p:nvSpPr>
          <p:spPr>
            <a:xfrm>
              <a:off x="22274749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8" y="0"/>
                  </a:lnTo>
                  <a:lnTo>
                    <a:pt x="1680458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28" name="Group 28"/>
          <p:cNvGrpSpPr/>
          <p:nvPr/>
        </p:nvGrpSpPr>
        <p:grpSpPr>
          <a:xfrm>
            <a:off x="13772441" y="389608"/>
            <a:ext cx="4132420" cy="1854023"/>
            <a:chOff x="0" y="0"/>
            <a:chExt cx="5509893" cy="2472030"/>
          </a:xfrm>
        </p:grpSpPr>
        <p:sp>
          <p:nvSpPr>
            <p:cNvPr id="29" name="Freeform 29"/>
            <p:cNvSpPr/>
            <p:nvPr/>
          </p:nvSpPr>
          <p:spPr>
            <a:xfrm>
              <a:off x="3995994" y="2302161"/>
              <a:ext cx="147864" cy="114410"/>
            </a:xfrm>
            <a:custGeom>
              <a:avLst/>
              <a:gdLst/>
              <a:ahLst/>
              <a:cxnLst/>
              <a:rect l="l" t="t" r="r" b="b"/>
              <a:pathLst>
                <a:path w="147864" h="114410">
                  <a:moveTo>
                    <a:pt x="0" y="0"/>
                  </a:moveTo>
                  <a:lnTo>
                    <a:pt x="147864" y="0"/>
                  </a:lnTo>
                  <a:lnTo>
                    <a:pt x="147864" y="114410"/>
                  </a:lnTo>
                  <a:lnTo>
                    <a:pt x="0" y="1144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0" name="Freeform 30"/>
            <p:cNvSpPr/>
            <p:nvPr/>
          </p:nvSpPr>
          <p:spPr>
            <a:xfrm>
              <a:off x="1380987" y="2302161"/>
              <a:ext cx="147864" cy="114410"/>
            </a:xfrm>
            <a:custGeom>
              <a:avLst/>
              <a:gdLst/>
              <a:ahLst/>
              <a:cxnLst/>
              <a:rect l="l" t="t" r="r" b="b"/>
              <a:pathLst>
                <a:path w="147864" h="114410">
                  <a:moveTo>
                    <a:pt x="0" y="0"/>
                  </a:moveTo>
                  <a:lnTo>
                    <a:pt x="147865" y="0"/>
                  </a:lnTo>
                  <a:lnTo>
                    <a:pt x="147865" y="114410"/>
                  </a:lnTo>
                  <a:lnTo>
                    <a:pt x="0" y="1144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1" name="AutoShape 31"/>
            <p:cNvSpPr/>
            <p:nvPr/>
          </p:nvSpPr>
          <p:spPr>
            <a:xfrm>
              <a:off x="212543" y="2364090"/>
              <a:ext cx="1095449" cy="3387"/>
            </a:xfrm>
            <a:prstGeom prst="line">
              <a:avLst/>
            </a:prstGeom>
            <a:ln w="31572" cap="flat">
              <a:solidFill>
                <a:srgbClr val="656768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2" name="AutoShape 32"/>
            <p:cNvSpPr/>
            <p:nvPr/>
          </p:nvSpPr>
          <p:spPr>
            <a:xfrm>
              <a:off x="4216854" y="2351255"/>
              <a:ext cx="1182922" cy="8111"/>
            </a:xfrm>
            <a:prstGeom prst="line">
              <a:avLst/>
            </a:prstGeom>
            <a:ln w="31572" cap="flat">
              <a:solidFill>
                <a:srgbClr val="656768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564515" y="2237100"/>
              <a:ext cx="2358749" cy="2349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22"/>
                </a:lnSpc>
                <a:spcBef>
                  <a:spcPct val="0"/>
                </a:spcBef>
              </a:pPr>
              <a:r>
                <a:rPr lang="en-US" sz="1087">
                  <a:solidFill>
                    <a:srgbClr val="656768"/>
                  </a:solidFill>
                  <a:latin typeface="Garet"/>
                  <a:ea typeface="Garet"/>
                  <a:cs typeface="Garet"/>
                  <a:sym typeface="Garet"/>
                </a:rPr>
                <a:t>CREATE CODE CONQUER</a:t>
              </a:r>
            </a:p>
          </p:txBody>
        </p:sp>
        <p:sp>
          <p:nvSpPr>
            <p:cNvPr id="34" name="Freeform 34"/>
            <p:cNvSpPr/>
            <p:nvPr/>
          </p:nvSpPr>
          <p:spPr>
            <a:xfrm>
              <a:off x="609270" y="1698586"/>
              <a:ext cx="522654" cy="514102"/>
            </a:xfrm>
            <a:custGeom>
              <a:avLst/>
              <a:gdLst/>
              <a:ahLst/>
              <a:cxnLst/>
              <a:rect l="l" t="t" r="r" b="b"/>
              <a:pathLst>
                <a:path w="522654" h="514102">
                  <a:moveTo>
                    <a:pt x="0" y="0"/>
                  </a:moveTo>
                  <a:lnTo>
                    <a:pt x="522655" y="0"/>
                  </a:lnTo>
                  <a:lnTo>
                    <a:pt x="522655" y="514102"/>
                  </a:lnTo>
                  <a:lnTo>
                    <a:pt x="0" y="5141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1119521" y="1508982"/>
              <a:ext cx="3304305" cy="8584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571"/>
                </a:lnSpc>
                <a:spcBef>
                  <a:spcPct val="0"/>
                </a:spcBef>
              </a:pPr>
              <a:r>
                <a:rPr lang="en-US" sz="3979" b="1">
                  <a:solidFill>
                    <a:srgbClr val="222047"/>
                  </a:solidFill>
                  <a:latin typeface="Garet Bold"/>
                  <a:ea typeface="Garet Bold"/>
                  <a:cs typeface="Garet Bold"/>
                  <a:sym typeface="Garet Bold"/>
                </a:rPr>
                <a:t>DECRATZ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1464808"/>
              <a:ext cx="596866" cy="9277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827"/>
                </a:lnSpc>
                <a:spcBef>
                  <a:spcPct val="0"/>
                </a:spcBef>
              </a:pPr>
              <a:r>
                <a:rPr lang="en-US" sz="4162" b="1">
                  <a:solidFill>
                    <a:srgbClr val="222047"/>
                  </a:solidFill>
                  <a:latin typeface="Garet Bold"/>
                  <a:ea typeface="Garet Bold"/>
                  <a:cs typeface="Garet Bold"/>
                  <a:sym typeface="Garet Bold"/>
                </a:rPr>
                <a:t>C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428815" y="1449853"/>
              <a:ext cx="1081078" cy="8456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376"/>
                </a:lnSpc>
                <a:spcBef>
                  <a:spcPct val="0"/>
                </a:spcBef>
              </a:pPr>
              <a:r>
                <a:rPr lang="en-US" sz="3840" b="1">
                  <a:solidFill>
                    <a:srgbClr val="222047"/>
                  </a:solidFill>
                  <a:latin typeface="Garet Bold"/>
                  <a:ea typeface="Garet Bold"/>
                  <a:cs typeface="Garet Bold"/>
                  <a:sym typeface="Garet Bold"/>
                </a:rPr>
                <a:t>‘</a:t>
              </a:r>
              <a:r>
                <a:rPr lang="en-US" sz="3840" b="1">
                  <a:solidFill>
                    <a:srgbClr val="020B7D"/>
                  </a:solidFill>
                  <a:latin typeface="Garet Bold"/>
                  <a:ea typeface="Garet Bold"/>
                  <a:cs typeface="Garet Bold"/>
                  <a:sym typeface="Garet Bold"/>
                </a:rPr>
                <a:t>26</a:t>
              </a:r>
            </a:p>
          </p:txBody>
        </p:sp>
        <p:grpSp>
          <p:nvGrpSpPr>
            <p:cNvPr id="38" name="Group 38"/>
            <p:cNvGrpSpPr/>
            <p:nvPr/>
          </p:nvGrpSpPr>
          <p:grpSpPr>
            <a:xfrm>
              <a:off x="2304155" y="94042"/>
              <a:ext cx="1314604" cy="1314604"/>
              <a:chOff x="0" y="0"/>
              <a:chExt cx="812800" cy="81280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lIns="20671" tIns="20671" rIns="20671" bIns="20671" rtlCol="0" anchor="ctr"/>
              <a:lstStyle/>
              <a:p>
                <a:pPr algn="ctr">
                  <a:lnSpc>
                    <a:spcPts val="822"/>
                  </a:lnSpc>
                </a:pPr>
                <a:endParaRPr/>
              </a:p>
            </p:txBody>
          </p:sp>
        </p:grpSp>
        <p:sp>
          <p:nvSpPr>
            <p:cNvPr id="41" name="Freeform 41"/>
            <p:cNvSpPr/>
            <p:nvPr/>
          </p:nvSpPr>
          <p:spPr>
            <a:xfrm>
              <a:off x="2242749" y="0"/>
              <a:ext cx="1445400" cy="1445400"/>
            </a:xfrm>
            <a:custGeom>
              <a:avLst/>
              <a:gdLst/>
              <a:ahLst/>
              <a:cxnLst/>
              <a:rect l="l" t="t" r="r" b="b"/>
              <a:pathLst>
                <a:path w="1445400" h="1445400">
                  <a:moveTo>
                    <a:pt x="0" y="0"/>
                  </a:moveTo>
                  <a:lnTo>
                    <a:pt x="1445401" y="0"/>
                  </a:lnTo>
                  <a:lnTo>
                    <a:pt x="1445401" y="1445400"/>
                  </a:lnTo>
                  <a:lnTo>
                    <a:pt x="0" y="1445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2" name="Freeform 42"/>
            <p:cNvSpPr/>
            <p:nvPr/>
          </p:nvSpPr>
          <p:spPr>
            <a:xfrm>
              <a:off x="2251933" y="96216"/>
              <a:ext cx="1419049" cy="1312430"/>
            </a:xfrm>
            <a:custGeom>
              <a:avLst/>
              <a:gdLst/>
              <a:ahLst/>
              <a:cxnLst/>
              <a:rect l="l" t="t" r="r" b="b"/>
              <a:pathLst>
                <a:path w="1419049" h="1312430">
                  <a:moveTo>
                    <a:pt x="0" y="0"/>
                  </a:moveTo>
                  <a:lnTo>
                    <a:pt x="1419049" y="0"/>
                  </a:lnTo>
                  <a:lnTo>
                    <a:pt x="1419049" y="1312430"/>
                  </a:lnTo>
                  <a:lnTo>
                    <a:pt x="0" y="13124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  <p:sp>
          <p:nvSpPr>
            <p:cNvPr id="43" name="Freeform 43"/>
            <p:cNvSpPr/>
            <p:nvPr/>
          </p:nvSpPr>
          <p:spPr>
            <a:xfrm>
              <a:off x="2234765" y="0"/>
              <a:ext cx="1453385" cy="1453385"/>
            </a:xfrm>
            <a:custGeom>
              <a:avLst/>
              <a:gdLst/>
              <a:ahLst/>
              <a:cxnLst/>
              <a:rect l="l" t="t" r="r" b="b"/>
              <a:pathLst>
                <a:path w="1453385" h="1453385">
                  <a:moveTo>
                    <a:pt x="0" y="0"/>
                  </a:moveTo>
                  <a:lnTo>
                    <a:pt x="1453385" y="0"/>
                  </a:lnTo>
                  <a:lnTo>
                    <a:pt x="1453385" y="1453385"/>
                  </a:lnTo>
                  <a:lnTo>
                    <a:pt x="0" y="14533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4" name="Freeform 44"/>
            <p:cNvSpPr/>
            <p:nvPr/>
          </p:nvSpPr>
          <p:spPr>
            <a:xfrm>
              <a:off x="2318477" y="83712"/>
              <a:ext cx="1285960" cy="1285960"/>
            </a:xfrm>
            <a:custGeom>
              <a:avLst/>
              <a:gdLst/>
              <a:ahLst/>
              <a:cxnLst/>
              <a:rect l="l" t="t" r="r" b="b"/>
              <a:pathLst>
                <a:path w="1285960" h="1285960">
                  <a:moveTo>
                    <a:pt x="0" y="0"/>
                  </a:moveTo>
                  <a:lnTo>
                    <a:pt x="1285960" y="0"/>
                  </a:lnTo>
                  <a:lnTo>
                    <a:pt x="1285960" y="1285960"/>
                  </a:lnTo>
                  <a:lnTo>
                    <a:pt x="0" y="1285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alphaModFix amt="86000"/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45" name="Freeform 45"/>
            <p:cNvSpPr/>
            <p:nvPr/>
          </p:nvSpPr>
          <p:spPr>
            <a:xfrm>
              <a:off x="233704" y="15786"/>
              <a:ext cx="1448338" cy="1453385"/>
            </a:xfrm>
            <a:custGeom>
              <a:avLst/>
              <a:gdLst/>
              <a:ahLst/>
              <a:cxnLst/>
              <a:rect l="l" t="t" r="r" b="b"/>
              <a:pathLst>
                <a:path w="1448338" h="1453385">
                  <a:moveTo>
                    <a:pt x="0" y="0"/>
                  </a:moveTo>
                  <a:lnTo>
                    <a:pt x="1448338" y="0"/>
                  </a:lnTo>
                  <a:lnTo>
                    <a:pt x="1448338" y="1453385"/>
                  </a:lnTo>
                  <a:lnTo>
                    <a:pt x="0" y="14533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/>
              </a:stretch>
            </a:blipFill>
          </p:spPr>
        </p:sp>
        <p:sp>
          <p:nvSpPr>
            <p:cNvPr id="46" name="Freeform 46"/>
            <p:cNvSpPr/>
            <p:nvPr/>
          </p:nvSpPr>
          <p:spPr>
            <a:xfrm>
              <a:off x="4196512" y="0"/>
              <a:ext cx="1198092" cy="1437599"/>
            </a:xfrm>
            <a:custGeom>
              <a:avLst/>
              <a:gdLst/>
              <a:ahLst/>
              <a:cxnLst/>
              <a:rect l="l" t="t" r="r" b="b"/>
              <a:pathLst>
                <a:path w="1198092" h="1437599">
                  <a:moveTo>
                    <a:pt x="0" y="0"/>
                  </a:moveTo>
                  <a:lnTo>
                    <a:pt x="1198092" y="0"/>
                  </a:lnTo>
                  <a:lnTo>
                    <a:pt x="1198092" y="1437599"/>
                  </a:lnTo>
                  <a:lnTo>
                    <a:pt x="0" y="14375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-81667" t="-50907" r="-87664" b="-73553"/>
              </a:stretch>
            </a:blipFill>
          </p:spPr>
        </p:sp>
      </p:grpSp>
      <p:sp>
        <p:nvSpPr>
          <p:cNvPr id="47" name="TextBox 47"/>
          <p:cNvSpPr txBox="1"/>
          <p:nvPr/>
        </p:nvSpPr>
        <p:spPr>
          <a:xfrm>
            <a:off x="560626" y="3629597"/>
            <a:ext cx="11261729" cy="2970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8380" lvl="1" indent="-369190" algn="just">
              <a:lnSpc>
                <a:spcPts val="4788"/>
              </a:lnSpc>
              <a:spcBef>
                <a:spcPct val="0"/>
              </a:spcBef>
              <a:buFont typeface="Arial"/>
              <a:buChar char="•"/>
            </a:pPr>
            <a:r>
              <a:rPr lang="en-US" sz="3420" b="1" u="none" strike="noStrike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Programming languages used.</a:t>
            </a:r>
          </a:p>
          <a:p>
            <a:pPr marL="738380" lvl="1" indent="-369190" algn="just">
              <a:lnSpc>
                <a:spcPts val="4788"/>
              </a:lnSpc>
              <a:spcBef>
                <a:spcPct val="0"/>
              </a:spcBef>
              <a:buFont typeface="Arial"/>
              <a:buChar char="•"/>
            </a:pPr>
            <a:r>
              <a:rPr lang="en-US" sz="3420" b="1" u="none" strike="noStrike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Frameworks, libraries, or APIs.</a:t>
            </a:r>
          </a:p>
          <a:p>
            <a:pPr marL="738380" lvl="1" indent="-369190" algn="just">
              <a:lnSpc>
                <a:spcPts val="4788"/>
              </a:lnSpc>
              <a:spcBef>
                <a:spcPct val="0"/>
              </a:spcBef>
              <a:buFont typeface="Arial"/>
              <a:buChar char="•"/>
            </a:pPr>
            <a:r>
              <a:rPr lang="en-US" sz="3420" b="1" u="none" strike="noStrike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Databases or backend systems.</a:t>
            </a:r>
          </a:p>
          <a:p>
            <a:pPr marL="738380" lvl="1" indent="-369190" algn="just">
              <a:lnSpc>
                <a:spcPts val="4788"/>
              </a:lnSpc>
              <a:spcBef>
                <a:spcPct val="0"/>
              </a:spcBef>
              <a:buFont typeface="Arial"/>
              <a:buChar char="•"/>
            </a:pPr>
            <a:r>
              <a:rPr lang="en-US" sz="3420" b="1" u="none" strike="noStrike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Hardware or IoT components (if applicable).</a:t>
            </a:r>
          </a:p>
          <a:p>
            <a:pPr marL="738380" lvl="1" indent="-369190" algn="just">
              <a:lnSpc>
                <a:spcPts val="4788"/>
              </a:lnSpc>
              <a:spcBef>
                <a:spcPct val="0"/>
              </a:spcBef>
              <a:buFont typeface="Arial"/>
              <a:buChar char="•"/>
            </a:pPr>
            <a:r>
              <a:rPr lang="en-US" sz="3420" b="1" u="none" strike="noStrike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Tools for deployment or design.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348920"/>
            <a:ext cx="8514087" cy="1246496"/>
            <a:chOff x="0" y="0"/>
            <a:chExt cx="11352116" cy="16619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352149" cy="1662049"/>
            </a:xfrm>
            <a:custGeom>
              <a:avLst/>
              <a:gdLst/>
              <a:ahLst/>
              <a:cxnLst/>
              <a:rect l="l" t="t" r="r" b="b"/>
              <a:pathLst>
                <a:path w="11352149" h="1662049">
                  <a:moveTo>
                    <a:pt x="0" y="0"/>
                  </a:moveTo>
                  <a:lnTo>
                    <a:pt x="11352149" y="0"/>
                  </a:lnTo>
                  <a:lnTo>
                    <a:pt x="11352149" y="1662049"/>
                  </a:lnTo>
                  <a:lnTo>
                    <a:pt x="0" y="1662049"/>
                  </a:lnTo>
                  <a:close/>
                </a:path>
              </a:pathLst>
            </a:custGeom>
            <a:solidFill>
              <a:srgbClr val="020B7D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7897504" y="1348920"/>
            <a:ext cx="1246496" cy="1246496"/>
            <a:chOff x="0" y="0"/>
            <a:chExt cx="1661994" cy="166199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661922" cy="1661922"/>
            </a:xfrm>
            <a:custGeom>
              <a:avLst/>
              <a:gdLst/>
              <a:ahLst/>
              <a:cxnLst/>
              <a:rect l="l" t="t" r="r" b="b"/>
              <a:pathLst>
                <a:path w="1661922" h="1661922">
                  <a:moveTo>
                    <a:pt x="0" y="830961"/>
                  </a:moveTo>
                  <a:cubicBezTo>
                    <a:pt x="0" y="1289939"/>
                    <a:pt x="372110" y="1661922"/>
                    <a:pt x="830961" y="1661922"/>
                  </a:cubicBezTo>
                  <a:cubicBezTo>
                    <a:pt x="1289812" y="1661922"/>
                    <a:pt x="1661922" y="1289812"/>
                    <a:pt x="1661922" y="830961"/>
                  </a:cubicBezTo>
                  <a:cubicBezTo>
                    <a:pt x="1661922" y="372110"/>
                    <a:pt x="1289939" y="0"/>
                    <a:pt x="830961" y="0"/>
                  </a:cubicBezTo>
                  <a:cubicBezTo>
                    <a:pt x="371983" y="0"/>
                    <a:pt x="0" y="372110"/>
                    <a:pt x="0" y="830961"/>
                  </a:cubicBezTo>
                  <a:close/>
                </a:path>
              </a:pathLst>
            </a:custGeom>
            <a:solidFill>
              <a:srgbClr val="020B7D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7979826" y="1431243"/>
            <a:ext cx="1081854" cy="1081851"/>
            <a:chOff x="0" y="0"/>
            <a:chExt cx="1442472" cy="144246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42466" cy="1442466"/>
            </a:xfrm>
            <a:custGeom>
              <a:avLst/>
              <a:gdLst/>
              <a:ahLst/>
              <a:cxnLst/>
              <a:rect l="l" t="t" r="r" b="b"/>
              <a:pathLst>
                <a:path w="1442466" h="1442466">
                  <a:moveTo>
                    <a:pt x="0" y="721233"/>
                  </a:moveTo>
                  <a:cubicBezTo>
                    <a:pt x="0" y="1119505"/>
                    <a:pt x="322961" y="1442466"/>
                    <a:pt x="721233" y="1442466"/>
                  </a:cubicBezTo>
                  <a:cubicBezTo>
                    <a:pt x="1119505" y="1442466"/>
                    <a:pt x="1442466" y="1119505"/>
                    <a:pt x="1442466" y="721233"/>
                  </a:cubicBezTo>
                  <a:cubicBezTo>
                    <a:pt x="1442466" y="322961"/>
                    <a:pt x="1119505" y="0"/>
                    <a:pt x="721233" y="0"/>
                  </a:cubicBezTo>
                  <a:cubicBezTo>
                    <a:pt x="322961" y="0"/>
                    <a:pt x="0" y="322961"/>
                    <a:pt x="0" y="721233"/>
                  </a:cubicBezTo>
                  <a:close/>
                </a:path>
              </a:pathLst>
            </a:custGeom>
            <a:solidFill>
              <a:srgbClr val="E0E3FF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1028700" y="1624506"/>
            <a:ext cx="6375082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FFFFFF"/>
                </a:solidFill>
                <a:latin typeface="Futura Ultra-Bold"/>
                <a:ea typeface="Futura Ultra-Bold"/>
                <a:cs typeface="Futura Ultra-Bold"/>
                <a:sym typeface="Futura Ultra-Bold"/>
              </a:rPr>
              <a:t>STANDOUT FEATURES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260235" y="1624506"/>
            <a:ext cx="521037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b="1">
                <a:solidFill>
                  <a:srgbClr val="020B7D"/>
                </a:solidFill>
                <a:latin typeface="Futura Ultra-Bold"/>
                <a:ea typeface="Futura Ultra-Bold"/>
                <a:cs typeface="Futura Ultra-Bold"/>
                <a:sym typeface="Futura Ultra-Bold"/>
              </a:rPr>
              <a:t>3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0" y="9000935"/>
            <a:ext cx="18373921" cy="1286065"/>
            <a:chOff x="0" y="0"/>
            <a:chExt cx="24498562" cy="1714753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24498562" cy="1714753"/>
              <a:chOff x="0" y="0"/>
              <a:chExt cx="24055954" cy="1683773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24055960" cy="1683794"/>
              </a:xfrm>
              <a:custGeom>
                <a:avLst/>
                <a:gdLst/>
                <a:ahLst/>
                <a:cxnLst/>
                <a:rect l="l" t="t" r="r" b="b"/>
                <a:pathLst>
                  <a:path w="24055960" h="1683794">
                    <a:moveTo>
                      <a:pt x="0" y="0"/>
                    </a:moveTo>
                    <a:lnTo>
                      <a:pt x="24055960" y="0"/>
                    </a:lnTo>
                    <a:lnTo>
                      <a:pt x="24055960" y="1683794"/>
                    </a:lnTo>
                    <a:lnTo>
                      <a:pt x="0" y="168379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20B7D"/>
              </a:solidFill>
            </p:spPr>
          </p:sp>
        </p:grpSp>
        <p:sp>
          <p:nvSpPr>
            <p:cNvPr id="13" name="Freeform 13"/>
            <p:cNvSpPr/>
            <p:nvPr/>
          </p:nvSpPr>
          <p:spPr>
            <a:xfrm>
              <a:off x="428793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8" y="0"/>
                  </a:lnTo>
                  <a:lnTo>
                    <a:pt x="1680458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2109251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9" y="0"/>
                  </a:lnTo>
                  <a:lnTo>
                    <a:pt x="1680459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5" name="Freeform 15"/>
            <p:cNvSpPr/>
            <p:nvPr/>
          </p:nvSpPr>
          <p:spPr>
            <a:xfrm>
              <a:off x="3789710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8" y="0"/>
                  </a:lnTo>
                  <a:lnTo>
                    <a:pt x="1680458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>
              <a:off x="5470168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8" y="0"/>
                  </a:lnTo>
                  <a:lnTo>
                    <a:pt x="1680458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7" name="Freeform 17"/>
            <p:cNvSpPr/>
            <p:nvPr/>
          </p:nvSpPr>
          <p:spPr>
            <a:xfrm>
              <a:off x="7150626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8" y="0"/>
                  </a:lnTo>
                  <a:lnTo>
                    <a:pt x="1680458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8" name="Freeform 18"/>
            <p:cNvSpPr/>
            <p:nvPr/>
          </p:nvSpPr>
          <p:spPr>
            <a:xfrm>
              <a:off x="8831084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8" y="0"/>
                  </a:lnTo>
                  <a:lnTo>
                    <a:pt x="1680458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9" name="Freeform 19"/>
            <p:cNvSpPr/>
            <p:nvPr/>
          </p:nvSpPr>
          <p:spPr>
            <a:xfrm>
              <a:off x="10511542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8" y="0"/>
                  </a:lnTo>
                  <a:lnTo>
                    <a:pt x="1680458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0" name="Freeform 20"/>
            <p:cNvSpPr/>
            <p:nvPr/>
          </p:nvSpPr>
          <p:spPr>
            <a:xfrm>
              <a:off x="12192000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8" y="0"/>
                  </a:lnTo>
                  <a:lnTo>
                    <a:pt x="1680458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1" name="Freeform 21"/>
            <p:cNvSpPr/>
            <p:nvPr/>
          </p:nvSpPr>
          <p:spPr>
            <a:xfrm>
              <a:off x="13872458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8" y="0"/>
                  </a:lnTo>
                  <a:lnTo>
                    <a:pt x="1680458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2" name="Freeform 22"/>
            <p:cNvSpPr/>
            <p:nvPr/>
          </p:nvSpPr>
          <p:spPr>
            <a:xfrm>
              <a:off x="15552916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8" y="0"/>
                  </a:lnTo>
                  <a:lnTo>
                    <a:pt x="1680458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3" name="Freeform 23"/>
            <p:cNvSpPr/>
            <p:nvPr/>
          </p:nvSpPr>
          <p:spPr>
            <a:xfrm>
              <a:off x="17233374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8" y="0"/>
                  </a:lnTo>
                  <a:lnTo>
                    <a:pt x="1680458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4" name="Freeform 24"/>
            <p:cNvSpPr/>
            <p:nvPr/>
          </p:nvSpPr>
          <p:spPr>
            <a:xfrm>
              <a:off x="18913832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8" y="0"/>
                  </a:lnTo>
                  <a:lnTo>
                    <a:pt x="1680458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5" name="Freeform 25"/>
            <p:cNvSpPr/>
            <p:nvPr/>
          </p:nvSpPr>
          <p:spPr>
            <a:xfrm>
              <a:off x="20594290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9" y="0"/>
                  </a:lnTo>
                  <a:lnTo>
                    <a:pt x="1680459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6" name="Freeform 26"/>
            <p:cNvSpPr/>
            <p:nvPr/>
          </p:nvSpPr>
          <p:spPr>
            <a:xfrm>
              <a:off x="22274749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8" y="0"/>
                  </a:lnTo>
                  <a:lnTo>
                    <a:pt x="1680458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27" name="Group 27"/>
          <p:cNvGrpSpPr/>
          <p:nvPr/>
        </p:nvGrpSpPr>
        <p:grpSpPr>
          <a:xfrm>
            <a:off x="13772441" y="389608"/>
            <a:ext cx="4132420" cy="1854023"/>
            <a:chOff x="0" y="0"/>
            <a:chExt cx="5509893" cy="2472030"/>
          </a:xfrm>
        </p:grpSpPr>
        <p:sp>
          <p:nvSpPr>
            <p:cNvPr id="28" name="Freeform 28"/>
            <p:cNvSpPr/>
            <p:nvPr/>
          </p:nvSpPr>
          <p:spPr>
            <a:xfrm>
              <a:off x="3995994" y="2302161"/>
              <a:ext cx="147864" cy="114410"/>
            </a:xfrm>
            <a:custGeom>
              <a:avLst/>
              <a:gdLst/>
              <a:ahLst/>
              <a:cxnLst/>
              <a:rect l="l" t="t" r="r" b="b"/>
              <a:pathLst>
                <a:path w="147864" h="114410">
                  <a:moveTo>
                    <a:pt x="0" y="0"/>
                  </a:moveTo>
                  <a:lnTo>
                    <a:pt x="147864" y="0"/>
                  </a:lnTo>
                  <a:lnTo>
                    <a:pt x="147864" y="114410"/>
                  </a:lnTo>
                  <a:lnTo>
                    <a:pt x="0" y="1144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9" name="Freeform 29"/>
            <p:cNvSpPr/>
            <p:nvPr/>
          </p:nvSpPr>
          <p:spPr>
            <a:xfrm>
              <a:off x="1380987" y="2302161"/>
              <a:ext cx="147864" cy="114410"/>
            </a:xfrm>
            <a:custGeom>
              <a:avLst/>
              <a:gdLst/>
              <a:ahLst/>
              <a:cxnLst/>
              <a:rect l="l" t="t" r="r" b="b"/>
              <a:pathLst>
                <a:path w="147864" h="114410">
                  <a:moveTo>
                    <a:pt x="0" y="0"/>
                  </a:moveTo>
                  <a:lnTo>
                    <a:pt x="147865" y="0"/>
                  </a:lnTo>
                  <a:lnTo>
                    <a:pt x="147865" y="114410"/>
                  </a:lnTo>
                  <a:lnTo>
                    <a:pt x="0" y="1144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0" name="AutoShape 30"/>
            <p:cNvSpPr/>
            <p:nvPr/>
          </p:nvSpPr>
          <p:spPr>
            <a:xfrm>
              <a:off x="212543" y="2364090"/>
              <a:ext cx="1095449" cy="3387"/>
            </a:xfrm>
            <a:prstGeom prst="line">
              <a:avLst/>
            </a:prstGeom>
            <a:ln w="31572" cap="flat">
              <a:solidFill>
                <a:srgbClr val="656768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1" name="AutoShape 31"/>
            <p:cNvSpPr/>
            <p:nvPr/>
          </p:nvSpPr>
          <p:spPr>
            <a:xfrm>
              <a:off x="4216854" y="2351255"/>
              <a:ext cx="1182922" cy="8111"/>
            </a:xfrm>
            <a:prstGeom prst="line">
              <a:avLst/>
            </a:prstGeom>
            <a:ln w="31572" cap="flat">
              <a:solidFill>
                <a:srgbClr val="656768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564515" y="2237100"/>
              <a:ext cx="2358749" cy="2349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22"/>
                </a:lnSpc>
                <a:spcBef>
                  <a:spcPct val="0"/>
                </a:spcBef>
              </a:pPr>
              <a:r>
                <a:rPr lang="en-US" sz="1087">
                  <a:solidFill>
                    <a:srgbClr val="656768"/>
                  </a:solidFill>
                  <a:latin typeface="Garet"/>
                  <a:ea typeface="Garet"/>
                  <a:cs typeface="Garet"/>
                  <a:sym typeface="Garet"/>
                </a:rPr>
                <a:t>CREATE CODE CONQUER</a:t>
              </a:r>
            </a:p>
          </p:txBody>
        </p:sp>
        <p:sp>
          <p:nvSpPr>
            <p:cNvPr id="33" name="Freeform 33"/>
            <p:cNvSpPr/>
            <p:nvPr/>
          </p:nvSpPr>
          <p:spPr>
            <a:xfrm>
              <a:off x="609270" y="1698586"/>
              <a:ext cx="522654" cy="514102"/>
            </a:xfrm>
            <a:custGeom>
              <a:avLst/>
              <a:gdLst/>
              <a:ahLst/>
              <a:cxnLst/>
              <a:rect l="l" t="t" r="r" b="b"/>
              <a:pathLst>
                <a:path w="522654" h="514102">
                  <a:moveTo>
                    <a:pt x="0" y="0"/>
                  </a:moveTo>
                  <a:lnTo>
                    <a:pt x="522655" y="0"/>
                  </a:lnTo>
                  <a:lnTo>
                    <a:pt x="522655" y="514102"/>
                  </a:lnTo>
                  <a:lnTo>
                    <a:pt x="0" y="5141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1119521" y="1508982"/>
              <a:ext cx="3304305" cy="8584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571"/>
                </a:lnSpc>
                <a:spcBef>
                  <a:spcPct val="0"/>
                </a:spcBef>
              </a:pPr>
              <a:r>
                <a:rPr lang="en-US" sz="3979" b="1">
                  <a:solidFill>
                    <a:srgbClr val="222047"/>
                  </a:solidFill>
                  <a:latin typeface="Garet Bold"/>
                  <a:ea typeface="Garet Bold"/>
                  <a:cs typeface="Garet Bold"/>
                  <a:sym typeface="Garet Bold"/>
                </a:rPr>
                <a:t>DECRATZ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1464808"/>
              <a:ext cx="596866" cy="9277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827"/>
                </a:lnSpc>
                <a:spcBef>
                  <a:spcPct val="0"/>
                </a:spcBef>
              </a:pPr>
              <a:r>
                <a:rPr lang="en-US" sz="4162" b="1">
                  <a:solidFill>
                    <a:srgbClr val="222047"/>
                  </a:solidFill>
                  <a:latin typeface="Garet Bold"/>
                  <a:ea typeface="Garet Bold"/>
                  <a:cs typeface="Garet Bold"/>
                  <a:sym typeface="Garet Bold"/>
                </a:rPr>
                <a:t>C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428815" y="1449853"/>
              <a:ext cx="1081078" cy="8456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376"/>
                </a:lnSpc>
                <a:spcBef>
                  <a:spcPct val="0"/>
                </a:spcBef>
              </a:pPr>
              <a:r>
                <a:rPr lang="en-US" sz="3840" b="1">
                  <a:solidFill>
                    <a:srgbClr val="222047"/>
                  </a:solidFill>
                  <a:latin typeface="Garet Bold"/>
                  <a:ea typeface="Garet Bold"/>
                  <a:cs typeface="Garet Bold"/>
                  <a:sym typeface="Garet Bold"/>
                </a:rPr>
                <a:t>‘</a:t>
              </a:r>
              <a:r>
                <a:rPr lang="en-US" sz="3840" b="1">
                  <a:solidFill>
                    <a:srgbClr val="020B7D"/>
                  </a:solidFill>
                  <a:latin typeface="Garet Bold"/>
                  <a:ea typeface="Garet Bold"/>
                  <a:cs typeface="Garet Bold"/>
                  <a:sym typeface="Garet Bold"/>
                </a:rPr>
                <a:t>26</a:t>
              </a:r>
            </a:p>
          </p:txBody>
        </p:sp>
        <p:grpSp>
          <p:nvGrpSpPr>
            <p:cNvPr id="37" name="Group 37"/>
            <p:cNvGrpSpPr/>
            <p:nvPr/>
          </p:nvGrpSpPr>
          <p:grpSpPr>
            <a:xfrm>
              <a:off x="2304155" y="94042"/>
              <a:ext cx="1314604" cy="1314604"/>
              <a:chOff x="0" y="0"/>
              <a:chExt cx="812800" cy="81280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lIns="20671" tIns="20671" rIns="20671" bIns="20671" rtlCol="0" anchor="ctr"/>
              <a:lstStyle/>
              <a:p>
                <a:pPr algn="ctr">
                  <a:lnSpc>
                    <a:spcPts val="822"/>
                  </a:lnSpc>
                </a:pPr>
                <a:endParaRPr/>
              </a:p>
            </p:txBody>
          </p:sp>
        </p:grpSp>
        <p:sp>
          <p:nvSpPr>
            <p:cNvPr id="40" name="Freeform 40"/>
            <p:cNvSpPr/>
            <p:nvPr/>
          </p:nvSpPr>
          <p:spPr>
            <a:xfrm>
              <a:off x="2242749" y="0"/>
              <a:ext cx="1445400" cy="1445400"/>
            </a:xfrm>
            <a:custGeom>
              <a:avLst/>
              <a:gdLst/>
              <a:ahLst/>
              <a:cxnLst/>
              <a:rect l="l" t="t" r="r" b="b"/>
              <a:pathLst>
                <a:path w="1445400" h="1445400">
                  <a:moveTo>
                    <a:pt x="0" y="0"/>
                  </a:moveTo>
                  <a:lnTo>
                    <a:pt x="1445401" y="0"/>
                  </a:lnTo>
                  <a:lnTo>
                    <a:pt x="1445401" y="1445400"/>
                  </a:lnTo>
                  <a:lnTo>
                    <a:pt x="0" y="1445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1" name="Freeform 41"/>
            <p:cNvSpPr/>
            <p:nvPr/>
          </p:nvSpPr>
          <p:spPr>
            <a:xfrm>
              <a:off x="2251933" y="96216"/>
              <a:ext cx="1419049" cy="1312430"/>
            </a:xfrm>
            <a:custGeom>
              <a:avLst/>
              <a:gdLst/>
              <a:ahLst/>
              <a:cxnLst/>
              <a:rect l="l" t="t" r="r" b="b"/>
              <a:pathLst>
                <a:path w="1419049" h="1312430">
                  <a:moveTo>
                    <a:pt x="0" y="0"/>
                  </a:moveTo>
                  <a:lnTo>
                    <a:pt x="1419049" y="0"/>
                  </a:lnTo>
                  <a:lnTo>
                    <a:pt x="1419049" y="1312430"/>
                  </a:lnTo>
                  <a:lnTo>
                    <a:pt x="0" y="13124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  <p:sp>
          <p:nvSpPr>
            <p:cNvPr id="42" name="Freeform 42"/>
            <p:cNvSpPr/>
            <p:nvPr/>
          </p:nvSpPr>
          <p:spPr>
            <a:xfrm>
              <a:off x="2234765" y="0"/>
              <a:ext cx="1453385" cy="1453385"/>
            </a:xfrm>
            <a:custGeom>
              <a:avLst/>
              <a:gdLst/>
              <a:ahLst/>
              <a:cxnLst/>
              <a:rect l="l" t="t" r="r" b="b"/>
              <a:pathLst>
                <a:path w="1453385" h="1453385">
                  <a:moveTo>
                    <a:pt x="0" y="0"/>
                  </a:moveTo>
                  <a:lnTo>
                    <a:pt x="1453385" y="0"/>
                  </a:lnTo>
                  <a:lnTo>
                    <a:pt x="1453385" y="1453385"/>
                  </a:lnTo>
                  <a:lnTo>
                    <a:pt x="0" y="14533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3" name="Freeform 43"/>
            <p:cNvSpPr/>
            <p:nvPr/>
          </p:nvSpPr>
          <p:spPr>
            <a:xfrm>
              <a:off x="2318477" y="83712"/>
              <a:ext cx="1285960" cy="1285960"/>
            </a:xfrm>
            <a:custGeom>
              <a:avLst/>
              <a:gdLst/>
              <a:ahLst/>
              <a:cxnLst/>
              <a:rect l="l" t="t" r="r" b="b"/>
              <a:pathLst>
                <a:path w="1285960" h="1285960">
                  <a:moveTo>
                    <a:pt x="0" y="0"/>
                  </a:moveTo>
                  <a:lnTo>
                    <a:pt x="1285960" y="0"/>
                  </a:lnTo>
                  <a:lnTo>
                    <a:pt x="1285960" y="1285960"/>
                  </a:lnTo>
                  <a:lnTo>
                    <a:pt x="0" y="1285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alphaModFix amt="86000"/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44" name="Freeform 44"/>
            <p:cNvSpPr/>
            <p:nvPr/>
          </p:nvSpPr>
          <p:spPr>
            <a:xfrm>
              <a:off x="233704" y="15786"/>
              <a:ext cx="1448338" cy="1453385"/>
            </a:xfrm>
            <a:custGeom>
              <a:avLst/>
              <a:gdLst/>
              <a:ahLst/>
              <a:cxnLst/>
              <a:rect l="l" t="t" r="r" b="b"/>
              <a:pathLst>
                <a:path w="1448338" h="1453385">
                  <a:moveTo>
                    <a:pt x="0" y="0"/>
                  </a:moveTo>
                  <a:lnTo>
                    <a:pt x="1448338" y="0"/>
                  </a:lnTo>
                  <a:lnTo>
                    <a:pt x="1448338" y="1453385"/>
                  </a:lnTo>
                  <a:lnTo>
                    <a:pt x="0" y="14533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/>
              </a:stretch>
            </a:blipFill>
          </p:spPr>
        </p:sp>
        <p:sp>
          <p:nvSpPr>
            <p:cNvPr id="45" name="Freeform 45"/>
            <p:cNvSpPr/>
            <p:nvPr/>
          </p:nvSpPr>
          <p:spPr>
            <a:xfrm>
              <a:off x="4196512" y="0"/>
              <a:ext cx="1198092" cy="1437599"/>
            </a:xfrm>
            <a:custGeom>
              <a:avLst/>
              <a:gdLst/>
              <a:ahLst/>
              <a:cxnLst/>
              <a:rect l="l" t="t" r="r" b="b"/>
              <a:pathLst>
                <a:path w="1198092" h="1437599">
                  <a:moveTo>
                    <a:pt x="0" y="0"/>
                  </a:moveTo>
                  <a:lnTo>
                    <a:pt x="1198092" y="0"/>
                  </a:lnTo>
                  <a:lnTo>
                    <a:pt x="1198092" y="1437599"/>
                  </a:lnTo>
                  <a:lnTo>
                    <a:pt x="0" y="14375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-81667" t="-50907" r="-87664" b="-73553"/>
              </a:stretch>
            </a:blipFill>
          </p:spPr>
        </p:sp>
      </p:grpSp>
      <p:sp>
        <p:nvSpPr>
          <p:cNvPr id="46" name="TextBox 46"/>
          <p:cNvSpPr txBox="1"/>
          <p:nvPr/>
        </p:nvSpPr>
        <p:spPr>
          <a:xfrm>
            <a:off x="792312" y="3629597"/>
            <a:ext cx="11213188" cy="2970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8380" lvl="1" indent="-369190" algn="just">
              <a:lnSpc>
                <a:spcPts val="4788"/>
              </a:lnSpc>
              <a:spcBef>
                <a:spcPct val="0"/>
              </a:spcBef>
              <a:buFont typeface="Arial"/>
              <a:buChar char="•"/>
            </a:pPr>
            <a:r>
              <a:rPr lang="en-US" sz="3420" b="1" u="none" strike="noStrik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3–5 main functionalities of your project.</a:t>
            </a:r>
          </a:p>
          <a:p>
            <a:pPr marL="738380" lvl="1" indent="-369190" algn="just">
              <a:lnSpc>
                <a:spcPts val="4788"/>
              </a:lnSpc>
              <a:spcBef>
                <a:spcPct val="0"/>
              </a:spcBef>
              <a:buFont typeface="Arial"/>
              <a:buChar char="•"/>
            </a:pPr>
            <a:r>
              <a:rPr lang="en-US" sz="3420" b="1" u="none" strike="noStrik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How it improves user experience or performance.</a:t>
            </a:r>
          </a:p>
          <a:p>
            <a:pPr marL="738380" lvl="1" indent="-369190" algn="just">
              <a:lnSpc>
                <a:spcPts val="4788"/>
              </a:lnSpc>
              <a:spcBef>
                <a:spcPct val="0"/>
              </a:spcBef>
              <a:buFont typeface="Arial"/>
              <a:buChar char="•"/>
            </a:pPr>
            <a:r>
              <a:rPr lang="en-US" sz="3420" b="1" u="none" strike="noStrik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What makes it stand out from competitors.</a:t>
            </a:r>
          </a:p>
          <a:p>
            <a:pPr marL="738380" lvl="1" indent="-369190" algn="just">
              <a:lnSpc>
                <a:spcPts val="4788"/>
              </a:lnSpc>
              <a:spcBef>
                <a:spcPct val="0"/>
              </a:spcBef>
              <a:buFont typeface="Arial"/>
              <a:buChar char="•"/>
            </a:pPr>
            <a:r>
              <a:rPr lang="en-US" sz="3420" b="1" u="none" strike="noStrik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Efficiency, speed, or accuracy advantages.</a:t>
            </a:r>
          </a:p>
          <a:p>
            <a:pPr marL="738380" lvl="1" indent="-369190" algn="just">
              <a:lnSpc>
                <a:spcPts val="4788"/>
              </a:lnSpc>
              <a:spcBef>
                <a:spcPct val="0"/>
              </a:spcBef>
              <a:buFont typeface="Arial"/>
              <a:buChar char="•"/>
            </a:pPr>
            <a:r>
              <a:rPr lang="en-US" sz="3420" b="1" u="none" strike="noStrik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Any unique innovation or integration.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525" y="1348920"/>
            <a:ext cx="8514087" cy="1246496"/>
            <a:chOff x="0" y="0"/>
            <a:chExt cx="11352116" cy="16619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352149" cy="1662049"/>
            </a:xfrm>
            <a:custGeom>
              <a:avLst/>
              <a:gdLst/>
              <a:ahLst/>
              <a:cxnLst/>
              <a:rect l="l" t="t" r="r" b="b"/>
              <a:pathLst>
                <a:path w="11352149" h="1662049">
                  <a:moveTo>
                    <a:pt x="0" y="0"/>
                  </a:moveTo>
                  <a:lnTo>
                    <a:pt x="11352149" y="0"/>
                  </a:lnTo>
                  <a:lnTo>
                    <a:pt x="11352149" y="1662049"/>
                  </a:lnTo>
                  <a:lnTo>
                    <a:pt x="0" y="1662049"/>
                  </a:lnTo>
                  <a:close/>
                </a:path>
              </a:pathLst>
            </a:custGeom>
            <a:solidFill>
              <a:srgbClr val="020B7D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7897504" y="1348920"/>
            <a:ext cx="1246496" cy="1246496"/>
            <a:chOff x="0" y="0"/>
            <a:chExt cx="1661994" cy="166199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661922" cy="1661922"/>
            </a:xfrm>
            <a:custGeom>
              <a:avLst/>
              <a:gdLst/>
              <a:ahLst/>
              <a:cxnLst/>
              <a:rect l="l" t="t" r="r" b="b"/>
              <a:pathLst>
                <a:path w="1661922" h="1661922">
                  <a:moveTo>
                    <a:pt x="0" y="830961"/>
                  </a:moveTo>
                  <a:cubicBezTo>
                    <a:pt x="0" y="1289939"/>
                    <a:pt x="372110" y="1661922"/>
                    <a:pt x="830961" y="1661922"/>
                  </a:cubicBezTo>
                  <a:cubicBezTo>
                    <a:pt x="1289812" y="1661922"/>
                    <a:pt x="1661922" y="1289812"/>
                    <a:pt x="1661922" y="830961"/>
                  </a:cubicBezTo>
                  <a:cubicBezTo>
                    <a:pt x="1661922" y="372110"/>
                    <a:pt x="1289939" y="0"/>
                    <a:pt x="830961" y="0"/>
                  </a:cubicBezTo>
                  <a:cubicBezTo>
                    <a:pt x="371983" y="0"/>
                    <a:pt x="0" y="372110"/>
                    <a:pt x="0" y="830961"/>
                  </a:cubicBezTo>
                  <a:close/>
                </a:path>
              </a:pathLst>
            </a:custGeom>
            <a:solidFill>
              <a:srgbClr val="020B7D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7989351" y="1431243"/>
            <a:ext cx="1081854" cy="1081851"/>
            <a:chOff x="0" y="0"/>
            <a:chExt cx="1442472" cy="144246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42466" cy="1442466"/>
            </a:xfrm>
            <a:custGeom>
              <a:avLst/>
              <a:gdLst/>
              <a:ahLst/>
              <a:cxnLst/>
              <a:rect l="l" t="t" r="r" b="b"/>
              <a:pathLst>
                <a:path w="1442466" h="1442466">
                  <a:moveTo>
                    <a:pt x="0" y="721233"/>
                  </a:moveTo>
                  <a:cubicBezTo>
                    <a:pt x="0" y="1119505"/>
                    <a:pt x="322961" y="1442466"/>
                    <a:pt x="721233" y="1442466"/>
                  </a:cubicBezTo>
                  <a:cubicBezTo>
                    <a:pt x="1119505" y="1442466"/>
                    <a:pt x="1442466" y="1119505"/>
                    <a:pt x="1442466" y="721233"/>
                  </a:cubicBezTo>
                  <a:cubicBezTo>
                    <a:pt x="1442466" y="322961"/>
                    <a:pt x="1119505" y="0"/>
                    <a:pt x="721233" y="0"/>
                  </a:cubicBezTo>
                  <a:cubicBezTo>
                    <a:pt x="322961" y="0"/>
                    <a:pt x="0" y="322961"/>
                    <a:pt x="0" y="721233"/>
                  </a:cubicBezTo>
                  <a:close/>
                </a:path>
              </a:pathLst>
            </a:custGeom>
            <a:solidFill>
              <a:srgbClr val="E0E3FF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1038225" y="1624506"/>
            <a:ext cx="6375082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FFFFFF"/>
                </a:solidFill>
                <a:latin typeface="Futura Ultra-Bold"/>
                <a:ea typeface="Futura Ultra-Bold"/>
                <a:cs typeface="Futura Ultra-Bold"/>
                <a:sym typeface="Futura Ultra-Bold"/>
              </a:rPr>
              <a:t>CHALLENGES FACED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269760" y="1624506"/>
            <a:ext cx="521037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b="1">
                <a:solidFill>
                  <a:srgbClr val="020B7D"/>
                </a:solidFill>
                <a:latin typeface="Futura Ultra-Bold"/>
                <a:ea typeface="Futura Ultra-Bold"/>
                <a:cs typeface="Futura Ultra-Bold"/>
                <a:sym typeface="Futura Ultra-Bold"/>
              </a:rPr>
              <a:t>4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0" y="9000935"/>
            <a:ext cx="18373921" cy="1286065"/>
            <a:chOff x="0" y="0"/>
            <a:chExt cx="24498562" cy="1714753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24498562" cy="1714753"/>
              <a:chOff x="0" y="0"/>
              <a:chExt cx="24055954" cy="1683773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24055960" cy="1683794"/>
              </a:xfrm>
              <a:custGeom>
                <a:avLst/>
                <a:gdLst/>
                <a:ahLst/>
                <a:cxnLst/>
                <a:rect l="l" t="t" r="r" b="b"/>
                <a:pathLst>
                  <a:path w="24055960" h="1683794">
                    <a:moveTo>
                      <a:pt x="0" y="0"/>
                    </a:moveTo>
                    <a:lnTo>
                      <a:pt x="24055960" y="0"/>
                    </a:lnTo>
                    <a:lnTo>
                      <a:pt x="24055960" y="1683794"/>
                    </a:lnTo>
                    <a:lnTo>
                      <a:pt x="0" y="168379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20B7D"/>
              </a:solidFill>
            </p:spPr>
          </p:sp>
        </p:grpSp>
        <p:sp>
          <p:nvSpPr>
            <p:cNvPr id="13" name="Freeform 13"/>
            <p:cNvSpPr/>
            <p:nvPr/>
          </p:nvSpPr>
          <p:spPr>
            <a:xfrm>
              <a:off x="428793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8" y="0"/>
                  </a:lnTo>
                  <a:lnTo>
                    <a:pt x="1680458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2109251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9" y="0"/>
                  </a:lnTo>
                  <a:lnTo>
                    <a:pt x="1680459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5" name="Freeform 15"/>
            <p:cNvSpPr/>
            <p:nvPr/>
          </p:nvSpPr>
          <p:spPr>
            <a:xfrm>
              <a:off x="3789710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8" y="0"/>
                  </a:lnTo>
                  <a:lnTo>
                    <a:pt x="1680458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>
              <a:off x="5470168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8" y="0"/>
                  </a:lnTo>
                  <a:lnTo>
                    <a:pt x="1680458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7" name="Freeform 17"/>
            <p:cNvSpPr/>
            <p:nvPr/>
          </p:nvSpPr>
          <p:spPr>
            <a:xfrm>
              <a:off x="7150626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8" y="0"/>
                  </a:lnTo>
                  <a:lnTo>
                    <a:pt x="1680458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8" name="Freeform 18"/>
            <p:cNvSpPr/>
            <p:nvPr/>
          </p:nvSpPr>
          <p:spPr>
            <a:xfrm>
              <a:off x="8831084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8" y="0"/>
                  </a:lnTo>
                  <a:lnTo>
                    <a:pt x="1680458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9" name="Freeform 19"/>
            <p:cNvSpPr/>
            <p:nvPr/>
          </p:nvSpPr>
          <p:spPr>
            <a:xfrm>
              <a:off x="10511542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8" y="0"/>
                  </a:lnTo>
                  <a:lnTo>
                    <a:pt x="1680458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0" name="Freeform 20"/>
            <p:cNvSpPr/>
            <p:nvPr/>
          </p:nvSpPr>
          <p:spPr>
            <a:xfrm>
              <a:off x="12192000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8" y="0"/>
                  </a:lnTo>
                  <a:lnTo>
                    <a:pt x="1680458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1" name="Freeform 21"/>
            <p:cNvSpPr/>
            <p:nvPr/>
          </p:nvSpPr>
          <p:spPr>
            <a:xfrm>
              <a:off x="13872458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8" y="0"/>
                  </a:lnTo>
                  <a:lnTo>
                    <a:pt x="1680458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2" name="Freeform 22"/>
            <p:cNvSpPr/>
            <p:nvPr/>
          </p:nvSpPr>
          <p:spPr>
            <a:xfrm>
              <a:off x="15552916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8" y="0"/>
                  </a:lnTo>
                  <a:lnTo>
                    <a:pt x="1680458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3" name="Freeform 23"/>
            <p:cNvSpPr/>
            <p:nvPr/>
          </p:nvSpPr>
          <p:spPr>
            <a:xfrm>
              <a:off x="17233374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8" y="0"/>
                  </a:lnTo>
                  <a:lnTo>
                    <a:pt x="1680458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4" name="Freeform 24"/>
            <p:cNvSpPr/>
            <p:nvPr/>
          </p:nvSpPr>
          <p:spPr>
            <a:xfrm>
              <a:off x="18913832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8" y="0"/>
                  </a:lnTo>
                  <a:lnTo>
                    <a:pt x="1680458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5" name="Freeform 25"/>
            <p:cNvSpPr/>
            <p:nvPr/>
          </p:nvSpPr>
          <p:spPr>
            <a:xfrm>
              <a:off x="20594290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9" y="0"/>
                  </a:lnTo>
                  <a:lnTo>
                    <a:pt x="1680459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6" name="Freeform 26"/>
            <p:cNvSpPr/>
            <p:nvPr/>
          </p:nvSpPr>
          <p:spPr>
            <a:xfrm>
              <a:off x="22274749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8" y="0"/>
                  </a:lnTo>
                  <a:lnTo>
                    <a:pt x="1680458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27" name="Group 27"/>
          <p:cNvGrpSpPr/>
          <p:nvPr/>
        </p:nvGrpSpPr>
        <p:grpSpPr>
          <a:xfrm>
            <a:off x="13772441" y="389608"/>
            <a:ext cx="4132420" cy="1854023"/>
            <a:chOff x="0" y="0"/>
            <a:chExt cx="5509893" cy="2472030"/>
          </a:xfrm>
        </p:grpSpPr>
        <p:sp>
          <p:nvSpPr>
            <p:cNvPr id="28" name="Freeform 28"/>
            <p:cNvSpPr/>
            <p:nvPr/>
          </p:nvSpPr>
          <p:spPr>
            <a:xfrm>
              <a:off x="3995994" y="2302161"/>
              <a:ext cx="147864" cy="114410"/>
            </a:xfrm>
            <a:custGeom>
              <a:avLst/>
              <a:gdLst/>
              <a:ahLst/>
              <a:cxnLst/>
              <a:rect l="l" t="t" r="r" b="b"/>
              <a:pathLst>
                <a:path w="147864" h="114410">
                  <a:moveTo>
                    <a:pt x="0" y="0"/>
                  </a:moveTo>
                  <a:lnTo>
                    <a:pt x="147864" y="0"/>
                  </a:lnTo>
                  <a:lnTo>
                    <a:pt x="147864" y="114410"/>
                  </a:lnTo>
                  <a:lnTo>
                    <a:pt x="0" y="1144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9" name="Freeform 29"/>
            <p:cNvSpPr/>
            <p:nvPr/>
          </p:nvSpPr>
          <p:spPr>
            <a:xfrm>
              <a:off x="1380987" y="2302161"/>
              <a:ext cx="147864" cy="114410"/>
            </a:xfrm>
            <a:custGeom>
              <a:avLst/>
              <a:gdLst/>
              <a:ahLst/>
              <a:cxnLst/>
              <a:rect l="l" t="t" r="r" b="b"/>
              <a:pathLst>
                <a:path w="147864" h="114410">
                  <a:moveTo>
                    <a:pt x="0" y="0"/>
                  </a:moveTo>
                  <a:lnTo>
                    <a:pt x="147865" y="0"/>
                  </a:lnTo>
                  <a:lnTo>
                    <a:pt x="147865" y="114410"/>
                  </a:lnTo>
                  <a:lnTo>
                    <a:pt x="0" y="1144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0" name="AutoShape 30"/>
            <p:cNvSpPr/>
            <p:nvPr/>
          </p:nvSpPr>
          <p:spPr>
            <a:xfrm>
              <a:off x="212543" y="2364090"/>
              <a:ext cx="1095449" cy="3387"/>
            </a:xfrm>
            <a:prstGeom prst="line">
              <a:avLst/>
            </a:prstGeom>
            <a:ln w="31572" cap="flat">
              <a:solidFill>
                <a:srgbClr val="656768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1" name="AutoShape 31"/>
            <p:cNvSpPr/>
            <p:nvPr/>
          </p:nvSpPr>
          <p:spPr>
            <a:xfrm>
              <a:off x="4216854" y="2351255"/>
              <a:ext cx="1182922" cy="8111"/>
            </a:xfrm>
            <a:prstGeom prst="line">
              <a:avLst/>
            </a:prstGeom>
            <a:ln w="31572" cap="flat">
              <a:solidFill>
                <a:srgbClr val="656768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564515" y="2237100"/>
              <a:ext cx="2358749" cy="2349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22"/>
                </a:lnSpc>
                <a:spcBef>
                  <a:spcPct val="0"/>
                </a:spcBef>
              </a:pPr>
              <a:r>
                <a:rPr lang="en-US" sz="1087">
                  <a:solidFill>
                    <a:srgbClr val="656768"/>
                  </a:solidFill>
                  <a:latin typeface="Garet"/>
                  <a:ea typeface="Garet"/>
                  <a:cs typeface="Garet"/>
                  <a:sym typeface="Garet"/>
                </a:rPr>
                <a:t>CREATE CODE CONQUER</a:t>
              </a:r>
            </a:p>
          </p:txBody>
        </p:sp>
        <p:sp>
          <p:nvSpPr>
            <p:cNvPr id="33" name="Freeform 33"/>
            <p:cNvSpPr/>
            <p:nvPr/>
          </p:nvSpPr>
          <p:spPr>
            <a:xfrm>
              <a:off x="609270" y="1698586"/>
              <a:ext cx="522654" cy="514102"/>
            </a:xfrm>
            <a:custGeom>
              <a:avLst/>
              <a:gdLst/>
              <a:ahLst/>
              <a:cxnLst/>
              <a:rect l="l" t="t" r="r" b="b"/>
              <a:pathLst>
                <a:path w="522654" h="514102">
                  <a:moveTo>
                    <a:pt x="0" y="0"/>
                  </a:moveTo>
                  <a:lnTo>
                    <a:pt x="522655" y="0"/>
                  </a:lnTo>
                  <a:lnTo>
                    <a:pt x="522655" y="514102"/>
                  </a:lnTo>
                  <a:lnTo>
                    <a:pt x="0" y="5141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1119521" y="1508982"/>
              <a:ext cx="3304305" cy="8584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571"/>
                </a:lnSpc>
                <a:spcBef>
                  <a:spcPct val="0"/>
                </a:spcBef>
              </a:pPr>
              <a:r>
                <a:rPr lang="en-US" sz="3979" b="1">
                  <a:solidFill>
                    <a:srgbClr val="222047"/>
                  </a:solidFill>
                  <a:latin typeface="Garet Bold"/>
                  <a:ea typeface="Garet Bold"/>
                  <a:cs typeface="Garet Bold"/>
                  <a:sym typeface="Garet Bold"/>
                </a:rPr>
                <a:t>DECRATZ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1464808"/>
              <a:ext cx="596866" cy="9277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827"/>
                </a:lnSpc>
                <a:spcBef>
                  <a:spcPct val="0"/>
                </a:spcBef>
              </a:pPr>
              <a:r>
                <a:rPr lang="en-US" sz="4162" b="1">
                  <a:solidFill>
                    <a:srgbClr val="222047"/>
                  </a:solidFill>
                  <a:latin typeface="Garet Bold"/>
                  <a:ea typeface="Garet Bold"/>
                  <a:cs typeface="Garet Bold"/>
                  <a:sym typeface="Garet Bold"/>
                </a:rPr>
                <a:t>C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428815" y="1449853"/>
              <a:ext cx="1081078" cy="8456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376"/>
                </a:lnSpc>
                <a:spcBef>
                  <a:spcPct val="0"/>
                </a:spcBef>
              </a:pPr>
              <a:r>
                <a:rPr lang="en-US" sz="3840" b="1">
                  <a:solidFill>
                    <a:srgbClr val="222047"/>
                  </a:solidFill>
                  <a:latin typeface="Garet Bold"/>
                  <a:ea typeface="Garet Bold"/>
                  <a:cs typeface="Garet Bold"/>
                  <a:sym typeface="Garet Bold"/>
                </a:rPr>
                <a:t>‘</a:t>
              </a:r>
              <a:r>
                <a:rPr lang="en-US" sz="3840" b="1">
                  <a:solidFill>
                    <a:srgbClr val="020B7D"/>
                  </a:solidFill>
                  <a:latin typeface="Garet Bold"/>
                  <a:ea typeface="Garet Bold"/>
                  <a:cs typeface="Garet Bold"/>
                  <a:sym typeface="Garet Bold"/>
                </a:rPr>
                <a:t>26</a:t>
              </a:r>
            </a:p>
          </p:txBody>
        </p:sp>
        <p:grpSp>
          <p:nvGrpSpPr>
            <p:cNvPr id="37" name="Group 37"/>
            <p:cNvGrpSpPr/>
            <p:nvPr/>
          </p:nvGrpSpPr>
          <p:grpSpPr>
            <a:xfrm>
              <a:off x="2304155" y="94042"/>
              <a:ext cx="1314604" cy="1314604"/>
              <a:chOff x="0" y="0"/>
              <a:chExt cx="812800" cy="81280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lIns="20671" tIns="20671" rIns="20671" bIns="20671" rtlCol="0" anchor="ctr"/>
              <a:lstStyle/>
              <a:p>
                <a:pPr algn="ctr">
                  <a:lnSpc>
                    <a:spcPts val="822"/>
                  </a:lnSpc>
                </a:pPr>
                <a:endParaRPr/>
              </a:p>
            </p:txBody>
          </p:sp>
        </p:grpSp>
        <p:sp>
          <p:nvSpPr>
            <p:cNvPr id="40" name="Freeform 40"/>
            <p:cNvSpPr/>
            <p:nvPr/>
          </p:nvSpPr>
          <p:spPr>
            <a:xfrm>
              <a:off x="2242749" y="0"/>
              <a:ext cx="1445400" cy="1445400"/>
            </a:xfrm>
            <a:custGeom>
              <a:avLst/>
              <a:gdLst/>
              <a:ahLst/>
              <a:cxnLst/>
              <a:rect l="l" t="t" r="r" b="b"/>
              <a:pathLst>
                <a:path w="1445400" h="1445400">
                  <a:moveTo>
                    <a:pt x="0" y="0"/>
                  </a:moveTo>
                  <a:lnTo>
                    <a:pt x="1445401" y="0"/>
                  </a:lnTo>
                  <a:lnTo>
                    <a:pt x="1445401" y="1445400"/>
                  </a:lnTo>
                  <a:lnTo>
                    <a:pt x="0" y="1445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1" name="Freeform 41"/>
            <p:cNvSpPr/>
            <p:nvPr/>
          </p:nvSpPr>
          <p:spPr>
            <a:xfrm>
              <a:off x="2251933" y="96216"/>
              <a:ext cx="1419049" cy="1312430"/>
            </a:xfrm>
            <a:custGeom>
              <a:avLst/>
              <a:gdLst/>
              <a:ahLst/>
              <a:cxnLst/>
              <a:rect l="l" t="t" r="r" b="b"/>
              <a:pathLst>
                <a:path w="1419049" h="1312430">
                  <a:moveTo>
                    <a:pt x="0" y="0"/>
                  </a:moveTo>
                  <a:lnTo>
                    <a:pt x="1419049" y="0"/>
                  </a:lnTo>
                  <a:lnTo>
                    <a:pt x="1419049" y="1312430"/>
                  </a:lnTo>
                  <a:lnTo>
                    <a:pt x="0" y="13124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  <p:sp>
          <p:nvSpPr>
            <p:cNvPr id="42" name="Freeform 42"/>
            <p:cNvSpPr/>
            <p:nvPr/>
          </p:nvSpPr>
          <p:spPr>
            <a:xfrm>
              <a:off x="2234765" y="0"/>
              <a:ext cx="1453385" cy="1453385"/>
            </a:xfrm>
            <a:custGeom>
              <a:avLst/>
              <a:gdLst/>
              <a:ahLst/>
              <a:cxnLst/>
              <a:rect l="l" t="t" r="r" b="b"/>
              <a:pathLst>
                <a:path w="1453385" h="1453385">
                  <a:moveTo>
                    <a:pt x="0" y="0"/>
                  </a:moveTo>
                  <a:lnTo>
                    <a:pt x="1453385" y="0"/>
                  </a:lnTo>
                  <a:lnTo>
                    <a:pt x="1453385" y="1453385"/>
                  </a:lnTo>
                  <a:lnTo>
                    <a:pt x="0" y="14533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3" name="Freeform 43"/>
            <p:cNvSpPr/>
            <p:nvPr/>
          </p:nvSpPr>
          <p:spPr>
            <a:xfrm>
              <a:off x="2318477" y="83712"/>
              <a:ext cx="1285960" cy="1285960"/>
            </a:xfrm>
            <a:custGeom>
              <a:avLst/>
              <a:gdLst/>
              <a:ahLst/>
              <a:cxnLst/>
              <a:rect l="l" t="t" r="r" b="b"/>
              <a:pathLst>
                <a:path w="1285960" h="1285960">
                  <a:moveTo>
                    <a:pt x="0" y="0"/>
                  </a:moveTo>
                  <a:lnTo>
                    <a:pt x="1285960" y="0"/>
                  </a:lnTo>
                  <a:lnTo>
                    <a:pt x="1285960" y="1285960"/>
                  </a:lnTo>
                  <a:lnTo>
                    <a:pt x="0" y="1285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alphaModFix amt="86000"/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44" name="Freeform 44"/>
            <p:cNvSpPr/>
            <p:nvPr/>
          </p:nvSpPr>
          <p:spPr>
            <a:xfrm>
              <a:off x="233704" y="15786"/>
              <a:ext cx="1448338" cy="1453385"/>
            </a:xfrm>
            <a:custGeom>
              <a:avLst/>
              <a:gdLst/>
              <a:ahLst/>
              <a:cxnLst/>
              <a:rect l="l" t="t" r="r" b="b"/>
              <a:pathLst>
                <a:path w="1448338" h="1453385">
                  <a:moveTo>
                    <a:pt x="0" y="0"/>
                  </a:moveTo>
                  <a:lnTo>
                    <a:pt x="1448338" y="0"/>
                  </a:lnTo>
                  <a:lnTo>
                    <a:pt x="1448338" y="1453385"/>
                  </a:lnTo>
                  <a:lnTo>
                    <a:pt x="0" y="14533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/>
              </a:stretch>
            </a:blipFill>
          </p:spPr>
        </p:sp>
        <p:sp>
          <p:nvSpPr>
            <p:cNvPr id="45" name="Freeform 45"/>
            <p:cNvSpPr/>
            <p:nvPr/>
          </p:nvSpPr>
          <p:spPr>
            <a:xfrm>
              <a:off x="4196512" y="0"/>
              <a:ext cx="1198092" cy="1437599"/>
            </a:xfrm>
            <a:custGeom>
              <a:avLst/>
              <a:gdLst/>
              <a:ahLst/>
              <a:cxnLst/>
              <a:rect l="l" t="t" r="r" b="b"/>
              <a:pathLst>
                <a:path w="1198092" h="1437599">
                  <a:moveTo>
                    <a:pt x="0" y="0"/>
                  </a:moveTo>
                  <a:lnTo>
                    <a:pt x="1198092" y="0"/>
                  </a:lnTo>
                  <a:lnTo>
                    <a:pt x="1198092" y="1437599"/>
                  </a:lnTo>
                  <a:lnTo>
                    <a:pt x="0" y="14375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-81667" t="-50907" r="-87664" b="-73553"/>
              </a:stretch>
            </a:blipFill>
          </p:spPr>
        </p:sp>
      </p:grpSp>
      <p:sp>
        <p:nvSpPr>
          <p:cNvPr id="46" name="TextBox 46"/>
          <p:cNvSpPr txBox="1"/>
          <p:nvPr/>
        </p:nvSpPr>
        <p:spPr>
          <a:xfrm>
            <a:off x="1028700" y="3629597"/>
            <a:ext cx="13034661" cy="2370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8380" lvl="1" indent="-369190" algn="just">
              <a:lnSpc>
                <a:spcPts val="4788"/>
              </a:lnSpc>
              <a:buFont typeface="Arial"/>
              <a:buChar char="•"/>
            </a:pPr>
            <a:r>
              <a:rPr lang="en-US" sz="342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Highlight technical issues or bugs encountered.</a:t>
            </a:r>
          </a:p>
          <a:p>
            <a:pPr marL="738380" lvl="1" indent="-369190" algn="just">
              <a:lnSpc>
                <a:spcPts val="4788"/>
              </a:lnSpc>
              <a:buFont typeface="Arial"/>
              <a:buChar char="•"/>
            </a:pPr>
            <a:r>
              <a:rPr lang="en-US" sz="342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Include resource or data limitations that slowed progress.</a:t>
            </a:r>
          </a:p>
          <a:p>
            <a:pPr marL="738380" lvl="1" indent="-369190" algn="just">
              <a:lnSpc>
                <a:spcPts val="4788"/>
              </a:lnSpc>
              <a:buFont typeface="Arial"/>
              <a:buChar char="•"/>
            </a:pPr>
            <a:r>
              <a:rPr lang="en-US" sz="342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Note time constraints or pressure during development.</a:t>
            </a:r>
          </a:p>
          <a:p>
            <a:pPr marL="738380" lvl="1" indent="-369190" algn="just">
              <a:lnSpc>
                <a:spcPts val="4788"/>
              </a:lnSpc>
              <a:buFont typeface="Arial"/>
              <a:buChar char="•"/>
            </a:pPr>
            <a:r>
              <a:rPr lang="en-US" sz="342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Mention major obstacles faced during the project.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000935"/>
            <a:ext cx="18373921" cy="1286065"/>
            <a:chOff x="0" y="0"/>
            <a:chExt cx="24498562" cy="1714753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4498562" cy="1714753"/>
              <a:chOff x="0" y="0"/>
              <a:chExt cx="24055954" cy="1683773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4055960" cy="1683794"/>
              </a:xfrm>
              <a:custGeom>
                <a:avLst/>
                <a:gdLst/>
                <a:ahLst/>
                <a:cxnLst/>
                <a:rect l="l" t="t" r="r" b="b"/>
                <a:pathLst>
                  <a:path w="24055960" h="1683794">
                    <a:moveTo>
                      <a:pt x="0" y="0"/>
                    </a:moveTo>
                    <a:lnTo>
                      <a:pt x="24055960" y="0"/>
                    </a:lnTo>
                    <a:lnTo>
                      <a:pt x="24055960" y="1683794"/>
                    </a:lnTo>
                    <a:lnTo>
                      <a:pt x="0" y="168379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20B7D"/>
              </a:solidFill>
            </p:spPr>
          </p:sp>
        </p:grpSp>
        <p:sp>
          <p:nvSpPr>
            <p:cNvPr id="5" name="Freeform 5"/>
            <p:cNvSpPr/>
            <p:nvPr/>
          </p:nvSpPr>
          <p:spPr>
            <a:xfrm>
              <a:off x="428793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8" y="0"/>
                  </a:lnTo>
                  <a:lnTo>
                    <a:pt x="1680458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2109251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9" y="0"/>
                  </a:lnTo>
                  <a:lnTo>
                    <a:pt x="1680459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3789710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8" y="0"/>
                  </a:lnTo>
                  <a:lnTo>
                    <a:pt x="1680458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5470168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8" y="0"/>
                  </a:lnTo>
                  <a:lnTo>
                    <a:pt x="1680458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7150626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8" y="0"/>
                  </a:lnTo>
                  <a:lnTo>
                    <a:pt x="1680458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8831084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8" y="0"/>
                  </a:lnTo>
                  <a:lnTo>
                    <a:pt x="1680458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>
              <a:off x="10511542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8" y="0"/>
                  </a:lnTo>
                  <a:lnTo>
                    <a:pt x="1680458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>
              <a:off x="12192000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8" y="0"/>
                  </a:lnTo>
                  <a:lnTo>
                    <a:pt x="1680458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13872458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8" y="0"/>
                  </a:lnTo>
                  <a:lnTo>
                    <a:pt x="1680458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15552916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8" y="0"/>
                  </a:lnTo>
                  <a:lnTo>
                    <a:pt x="1680458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5" name="Freeform 15"/>
            <p:cNvSpPr/>
            <p:nvPr/>
          </p:nvSpPr>
          <p:spPr>
            <a:xfrm>
              <a:off x="17233374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8" y="0"/>
                  </a:lnTo>
                  <a:lnTo>
                    <a:pt x="1680458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>
              <a:off x="18913832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8" y="0"/>
                  </a:lnTo>
                  <a:lnTo>
                    <a:pt x="1680458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7" name="Freeform 17"/>
            <p:cNvSpPr/>
            <p:nvPr/>
          </p:nvSpPr>
          <p:spPr>
            <a:xfrm>
              <a:off x="20594290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9" y="0"/>
                  </a:lnTo>
                  <a:lnTo>
                    <a:pt x="1680459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8" name="Freeform 18"/>
            <p:cNvSpPr/>
            <p:nvPr/>
          </p:nvSpPr>
          <p:spPr>
            <a:xfrm>
              <a:off x="22274749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8" y="0"/>
                  </a:lnTo>
                  <a:lnTo>
                    <a:pt x="1680458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9" name="Group 19"/>
          <p:cNvGrpSpPr/>
          <p:nvPr/>
        </p:nvGrpSpPr>
        <p:grpSpPr>
          <a:xfrm>
            <a:off x="9525" y="1348920"/>
            <a:ext cx="8514087" cy="1246496"/>
            <a:chOff x="0" y="0"/>
            <a:chExt cx="11352116" cy="166199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1352149" cy="1662049"/>
            </a:xfrm>
            <a:custGeom>
              <a:avLst/>
              <a:gdLst/>
              <a:ahLst/>
              <a:cxnLst/>
              <a:rect l="l" t="t" r="r" b="b"/>
              <a:pathLst>
                <a:path w="11352149" h="1662049">
                  <a:moveTo>
                    <a:pt x="0" y="0"/>
                  </a:moveTo>
                  <a:lnTo>
                    <a:pt x="11352149" y="0"/>
                  </a:lnTo>
                  <a:lnTo>
                    <a:pt x="11352149" y="1662049"/>
                  </a:lnTo>
                  <a:lnTo>
                    <a:pt x="0" y="1662049"/>
                  </a:lnTo>
                  <a:close/>
                </a:path>
              </a:pathLst>
            </a:custGeom>
            <a:solidFill>
              <a:srgbClr val="020B7D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7897504" y="1348920"/>
            <a:ext cx="1246496" cy="1246496"/>
            <a:chOff x="0" y="0"/>
            <a:chExt cx="1661994" cy="166199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661922" cy="1661922"/>
            </a:xfrm>
            <a:custGeom>
              <a:avLst/>
              <a:gdLst/>
              <a:ahLst/>
              <a:cxnLst/>
              <a:rect l="l" t="t" r="r" b="b"/>
              <a:pathLst>
                <a:path w="1661922" h="1661922">
                  <a:moveTo>
                    <a:pt x="0" y="830961"/>
                  </a:moveTo>
                  <a:cubicBezTo>
                    <a:pt x="0" y="1289939"/>
                    <a:pt x="372110" y="1661922"/>
                    <a:pt x="830961" y="1661922"/>
                  </a:cubicBezTo>
                  <a:cubicBezTo>
                    <a:pt x="1289812" y="1661922"/>
                    <a:pt x="1661922" y="1289812"/>
                    <a:pt x="1661922" y="830961"/>
                  </a:cubicBezTo>
                  <a:cubicBezTo>
                    <a:pt x="1661922" y="372110"/>
                    <a:pt x="1289939" y="0"/>
                    <a:pt x="830961" y="0"/>
                  </a:cubicBezTo>
                  <a:cubicBezTo>
                    <a:pt x="371983" y="0"/>
                    <a:pt x="0" y="372110"/>
                    <a:pt x="0" y="830961"/>
                  </a:cubicBezTo>
                  <a:close/>
                </a:path>
              </a:pathLst>
            </a:custGeom>
            <a:solidFill>
              <a:srgbClr val="020B7D"/>
            </a:solidFill>
          </p:spPr>
        </p:sp>
      </p:grpSp>
      <p:grpSp>
        <p:nvGrpSpPr>
          <p:cNvPr id="23" name="Group 23"/>
          <p:cNvGrpSpPr/>
          <p:nvPr/>
        </p:nvGrpSpPr>
        <p:grpSpPr>
          <a:xfrm>
            <a:off x="7989351" y="1431243"/>
            <a:ext cx="1081854" cy="1081851"/>
            <a:chOff x="0" y="0"/>
            <a:chExt cx="1442472" cy="144246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442466" cy="1442466"/>
            </a:xfrm>
            <a:custGeom>
              <a:avLst/>
              <a:gdLst/>
              <a:ahLst/>
              <a:cxnLst/>
              <a:rect l="l" t="t" r="r" b="b"/>
              <a:pathLst>
                <a:path w="1442466" h="1442466">
                  <a:moveTo>
                    <a:pt x="0" y="721233"/>
                  </a:moveTo>
                  <a:cubicBezTo>
                    <a:pt x="0" y="1119505"/>
                    <a:pt x="322961" y="1442466"/>
                    <a:pt x="721233" y="1442466"/>
                  </a:cubicBezTo>
                  <a:cubicBezTo>
                    <a:pt x="1119505" y="1442466"/>
                    <a:pt x="1442466" y="1119505"/>
                    <a:pt x="1442466" y="721233"/>
                  </a:cubicBezTo>
                  <a:cubicBezTo>
                    <a:pt x="1442466" y="322961"/>
                    <a:pt x="1119505" y="0"/>
                    <a:pt x="721233" y="0"/>
                  </a:cubicBezTo>
                  <a:cubicBezTo>
                    <a:pt x="322961" y="0"/>
                    <a:pt x="0" y="322961"/>
                    <a:pt x="0" y="721233"/>
                  </a:cubicBezTo>
                  <a:close/>
                </a:path>
              </a:pathLst>
            </a:custGeom>
            <a:solidFill>
              <a:srgbClr val="E0E3FF"/>
            </a:solidFill>
          </p:spPr>
        </p:sp>
      </p:grpSp>
      <p:sp>
        <p:nvSpPr>
          <p:cNvPr id="25" name="TextBox 25"/>
          <p:cNvSpPr txBox="1"/>
          <p:nvPr/>
        </p:nvSpPr>
        <p:spPr>
          <a:xfrm>
            <a:off x="1038225" y="1624506"/>
            <a:ext cx="6375082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FFFFFF"/>
                </a:solidFill>
                <a:latin typeface="Futura Ultra-Bold"/>
                <a:ea typeface="Futura Ultra-Bold"/>
                <a:cs typeface="Futura Ultra-Bold"/>
                <a:sym typeface="Futura Ultra-Bold"/>
              </a:rPr>
              <a:t>FUTURE SCOPE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269760" y="1624506"/>
            <a:ext cx="521037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b="1">
                <a:solidFill>
                  <a:srgbClr val="020B7D"/>
                </a:solidFill>
                <a:latin typeface="Futura Ultra-Bold"/>
                <a:ea typeface="Futura Ultra-Bold"/>
                <a:cs typeface="Futura Ultra-Bold"/>
                <a:sym typeface="Futura Ultra-Bold"/>
              </a:rPr>
              <a:t>5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3772441" y="389608"/>
            <a:ext cx="4132420" cy="1854023"/>
            <a:chOff x="0" y="0"/>
            <a:chExt cx="5509893" cy="2472030"/>
          </a:xfrm>
        </p:grpSpPr>
        <p:sp>
          <p:nvSpPr>
            <p:cNvPr id="28" name="Freeform 28"/>
            <p:cNvSpPr/>
            <p:nvPr/>
          </p:nvSpPr>
          <p:spPr>
            <a:xfrm>
              <a:off x="3995994" y="2302161"/>
              <a:ext cx="147864" cy="114410"/>
            </a:xfrm>
            <a:custGeom>
              <a:avLst/>
              <a:gdLst/>
              <a:ahLst/>
              <a:cxnLst/>
              <a:rect l="l" t="t" r="r" b="b"/>
              <a:pathLst>
                <a:path w="147864" h="114410">
                  <a:moveTo>
                    <a:pt x="0" y="0"/>
                  </a:moveTo>
                  <a:lnTo>
                    <a:pt x="147864" y="0"/>
                  </a:lnTo>
                  <a:lnTo>
                    <a:pt x="147864" y="114410"/>
                  </a:lnTo>
                  <a:lnTo>
                    <a:pt x="0" y="1144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9" name="Freeform 29"/>
            <p:cNvSpPr/>
            <p:nvPr/>
          </p:nvSpPr>
          <p:spPr>
            <a:xfrm>
              <a:off x="1380987" y="2302161"/>
              <a:ext cx="147864" cy="114410"/>
            </a:xfrm>
            <a:custGeom>
              <a:avLst/>
              <a:gdLst/>
              <a:ahLst/>
              <a:cxnLst/>
              <a:rect l="l" t="t" r="r" b="b"/>
              <a:pathLst>
                <a:path w="147864" h="114410">
                  <a:moveTo>
                    <a:pt x="0" y="0"/>
                  </a:moveTo>
                  <a:lnTo>
                    <a:pt x="147865" y="0"/>
                  </a:lnTo>
                  <a:lnTo>
                    <a:pt x="147865" y="114410"/>
                  </a:lnTo>
                  <a:lnTo>
                    <a:pt x="0" y="1144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0" name="AutoShape 30"/>
            <p:cNvSpPr/>
            <p:nvPr/>
          </p:nvSpPr>
          <p:spPr>
            <a:xfrm>
              <a:off x="212543" y="2364090"/>
              <a:ext cx="1095449" cy="3387"/>
            </a:xfrm>
            <a:prstGeom prst="line">
              <a:avLst/>
            </a:prstGeom>
            <a:ln w="31572" cap="flat">
              <a:solidFill>
                <a:srgbClr val="656768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1" name="AutoShape 31"/>
            <p:cNvSpPr/>
            <p:nvPr/>
          </p:nvSpPr>
          <p:spPr>
            <a:xfrm>
              <a:off x="4216854" y="2351255"/>
              <a:ext cx="1182922" cy="8111"/>
            </a:xfrm>
            <a:prstGeom prst="line">
              <a:avLst/>
            </a:prstGeom>
            <a:ln w="31572" cap="flat">
              <a:solidFill>
                <a:srgbClr val="656768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564515" y="2237100"/>
              <a:ext cx="2358749" cy="2349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22"/>
                </a:lnSpc>
                <a:spcBef>
                  <a:spcPct val="0"/>
                </a:spcBef>
              </a:pPr>
              <a:r>
                <a:rPr lang="en-US" sz="1087">
                  <a:solidFill>
                    <a:srgbClr val="656768"/>
                  </a:solidFill>
                  <a:latin typeface="Garet"/>
                  <a:ea typeface="Garet"/>
                  <a:cs typeface="Garet"/>
                  <a:sym typeface="Garet"/>
                </a:rPr>
                <a:t>CREATE CODE CONQUER</a:t>
              </a:r>
            </a:p>
          </p:txBody>
        </p:sp>
        <p:sp>
          <p:nvSpPr>
            <p:cNvPr id="33" name="Freeform 33"/>
            <p:cNvSpPr/>
            <p:nvPr/>
          </p:nvSpPr>
          <p:spPr>
            <a:xfrm>
              <a:off x="609270" y="1698586"/>
              <a:ext cx="522654" cy="514102"/>
            </a:xfrm>
            <a:custGeom>
              <a:avLst/>
              <a:gdLst/>
              <a:ahLst/>
              <a:cxnLst/>
              <a:rect l="l" t="t" r="r" b="b"/>
              <a:pathLst>
                <a:path w="522654" h="514102">
                  <a:moveTo>
                    <a:pt x="0" y="0"/>
                  </a:moveTo>
                  <a:lnTo>
                    <a:pt x="522655" y="0"/>
                  </a:lnTo>
                  <a:lnTo>
                    <a:pt x="522655" y="514102"/>
                  </a:lnTo>
                  <a:lnTo>
                    <a:pt x="0" y="5141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1119521" y="1508982"/>
              <a:ext cx="3304305" cy="8584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571"/>
                </a:lnSpc>
                <a:spcBef>
                  <a:spcPct val="0"/>
                </a:spcBef>
              </a:pPr>
              <a:r>
                <a:rPr lang="en-US" sz="3979" b="1">
                  <a:solidFill>
                    <a:srgbClr val="222047"/>
                  </a:solidFill>
                  <a:latin typeface="Garet Bold"/>
                  <a:ea typeface="Garet Bold"/>
                  <a:cs typeface="Garet Bold"/>
                  <a:sym typeface="Garet Bold"/>
                </a:rPr>
                <a:t>DECRATZ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1464808"/>
              <a:ext cx="596866" cy="9277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827"/>
                </a:lnSpc>
                <a:spcBef>
                  <a:spcPct val="0"/>
                </a:spcBef>
              </a:pPr>
              <a:r>
                <a:rPr lang="en-US" sz="4162" b="1">
                  <a:solidFill>
                    <a:srgbClr val="222047"/>
                  </a:solidFill>
                  <a:latin typeface="Garet Bold"/>
                  <a:ea typeface="Garet Bold"/>
                  <a:cs typeface="Garet Bold"/>
                  <a:sym typeface="Garet Bold"/>
                </a:rPr>
                <a:t>C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428815" y="1449853"/>
              <a:ext cx="1081078" cy="8456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376"/>
                </a:lnSpc>
                <a:spcBef>
                  <a:spcPct val="0"/>
                </a:spcBef>
              </a:pPr>
              <a:r>
                <a:rPr lang="en-US" sz="3840" b="1">
                  <a:solidFill>
                    <a:srgbClr val="222047"/>
                  </a:solidFill>
                  <a:latin typeface="Garet Bold"/>
                  <a:ea typeface="Garet Bold"/>
                  <a:cs typeface="Garet Bold"/>
                  <a:sym typeface="Garet Bold"/>
                </a:rPr>
                <a:t>‘</a:t>
              </a:r>
              <a:r>
                <a:rPr lang="en-US" sz="3840" b="1">
                  <a:solidFill>
                    <a:srgbClr val="020B7D"/>
                  </a:solidFill>
                  <a:latin typeface="Garet Bold"/>
                  <a:ea typeface="Garet Bold"/>
                  <a:cs typeface="Garet Bold"/>
                  <a:sym typeface="Garet Bold"/>
                </a:rPr>
                <a:t>26</a:t>
              </a:r>
            </a:p>
          </p:txBody>
        </p:sp>
        <p:grpSp>
          <p:nvGrpSpPr>
            <p:cNvPr id="37" name="Group 37"/>
            <p:cNvGrpSpPr/>
            <p:nvPr/>
          </p:nvGrpSpPr>
          <p:grpSpPr>
            <a:xfrm>
              <a:off x="2304155" y="94042"/>
              <a:ext cx="1314604" cy="1314604"/>
              <a:chOff x="0" y="0"/>
              <a:chExt cx="812800" cy="81280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lIns="20671" tIns="20671" rIns="20671" bIns="20671" rtlCol="0" anchor="ctr"/>
              <a:lstStyle/>
              <a:p>
                <a:pPr algn="ctr">
                  <a:lnSpc>
                    <a:spcPts val="822"/>
                  </a:lnSpc>
                </a:pPr>
                <a:endParaRPr/>
              </a:p>
            </p:txBody>
          </p:sp>
        </p:grpSp>
        <p:sp>
          <p:nvSpPr>
            <p:cNvPr id="40" name="Freeform 40"/>
            <p:cNvSpPr/>
            <p:nvPr/>
          </p:nvSpPr>
          <p:spPr>
            <a:xfrm>
              <a:off x="2242749" y="0"/>
              <a:ext cx="1445400" cy="1445400"/>
            </a:xfrm>
            <a:custGeom>
              <a:avLst/>
              <a:gdLst/>
              <a:ahLst/>
              <a:cxnLst/>
              <a:rect l="l" t="t" r="r" b="b"/>
              <a:pathLst>
                <a:path w="1445400" h="1445400">
                  <a:moveTo>
                    <a:pt x="0" y="0"/>
                  </a:moveTo>
                  <a:lnTo>
                    <a:pt x="1445401" y="0"/>
                  </a:lnTo>
                  <a:lnTo>
                    <a:pt x="1445401" y="1445400"/>
                  </a:lnTo>
                  <a:lnTo>
                    <a:pt x="0" y="1445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1" name="Freeform 41"/>
            <p:cNvSpPr/>
            <p:nvPr/>
          </p:nvSpPr>
          <p:spPr>
            <a:xfrm>
              <a:off x="2251933" y="96216"/>
              <a:ext cx="1419049" cy="1312430"/>
            </a:xfrm>
            <a:custGeom>
              <a:avLst/>
              <a:gdLst/>
              <a:ahLst/>
              <a:cxnLst/>
              <a:rect l="l" t="t" r="r" b="b"/>
              <a:pathLst>
                <a:path w="1419049" h="1312430">
                  <a:moveTo>
                    <a:pt x="0" y="0"/>
                  </a:moveTo>
                  <a:lnTo>
                    <a:pt x="1419049" y="0"/>
                  </a:lnTo>
                  <a:lnTo>
                    <a:pt x="1419049" y="1312430"/>
                  </a:lnTo>
                  <a:lnTo>
                    <a:pt x="0" y="13124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  <p:sp>
          <p:nvSpPr>
            <p:cNvPr id="42" name="Freeform 42"/>
            <p:cNvSpPr/>
            <p:nvPr/>
          </p:nvSpPr>
          <p:spPr>
            <a:xfrm>
              <a:off x="2234765" y="0"/>
              <a:ext cx="1453385" cy="1453385"/>
            </a:xfrm>
            <a:custGeom>
              <a:avLst/>
              <a:gdLst/>
              <a:ahLst/>
              <a:cxnLst/>
              <a:rect l="l" t="t" r="r" b="b"/>
              <a:pathLst>
                <a:path w="1453385" h="1453385">
                  <a:moveTo>
                    <a:pt x="0" y="0"/>
                  </a:moveTo>
                  <a:lnTo>
                    <a:pt x="1453385" y="0"/>
                  </a:lnTo>
                  <a:lnTo>
                    <a:pt x="1453385" y="1453385"/>
                  </a:lnTo>
                  <a:lnTo>
                    <a:pt x="0" y="14533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3" name="Freeform 43"/>
            <p:cNvSpPr/>
            <p:nvPr/>
          </p:nvSpPr>
          <p:spPr>
            <a:xfrm>
              <a:off x="2318477" y="83712"/>
              <a:ext cx="1285960" cy="1285960"/>
            </a:xfrm>
            <a:custGeom>
              <a:avLst/>
              <a:gdLst/>
              <a:ahLst/>
              <a:cxnLst/>
              <a:rect l="l" t="t" r="r" b="b"/>
              <a:pathLst>
                <a:path w="1285960" h="1285960">
                  <a:moveTo>
                    <a:pt x="0" y="0"/>
                  </a:moveTo>
                  <a:lnTo>
                    <a:pt x="1285960" y="0"/>
                  </a:lnTo>
                  <a:lnTo>
                    <a:pt x="1285960" y="1285960"/>
                  </a:lnTo>
                  <a:lnTo>
                    <a:pt x="0" y="1285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alphaModFix amt="86000"/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44" name="Freeform 44"/>
            <p:cNvSpPr/>
            <p:nvPr/>
          </p:nvSpPr>
          <p:spPr>
            <a:xfrm>
              <a:off x="233704" y="15786"/>
              <a:ext cx="1448338" cy="1453385"/>
            </a:xfrm>
            <a:custGeom>
              <a:avLst/>
              <a:gdLst/>
              <a:ahLst/>
              <a:cxnLst/>
              <a:rect l="l" t="t" r="r" b="b"/>
              <a:pathLst>
                <a:path w="1448338" h="1453385">
                  <a:moveTo>
                    <a:pt x="0" y="0"/>
                  </a:moveTo>
                  <a:lnTo>
                    <a:pt x="1448338" y="0"/>
                  </a:lnTo>
                  <a:lnTo>
                    <a:pt x="1448338" y="1453385"/>
                  </a:lnTo>
                  <a:lnTo>
                    <a:pt x="0" y="14533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/>
              </a:stretch>
            </a:blipFill>
          </p:spPr>
        </p:sp>
        <p:sp>
          <p:nvSpPr>
            <p:cNvPr id="45" name="Freeform 45"/>
            <p:cNvSpPr/>
            <p:nvPr/>
          </p:nvSpPr>
          <p:spPr>
            <a:xfrm>
              <a:off x="4196512" y="0"/>
              <a:ext cx="1198092" cy="1437599"/>
            </a:xfrm>
            <a:custGeom>
              <a:avLst/>
              <a:gdLst/>
              <a:ahLst/>
              <a:cxnLst/>
              <a:rect l="l" t="t" r="r" b="b"/>
              <a:pathLst>
                <a:path w="1198092" h="1437599">
                  <a:moveTo>
                    <a:pt x="0" y="0"/>
                  </a:moveTo>
                  <a:lnTo>
                    <a:pt x="1198092" y="0"/>
                  </a:lnTo>
                  <a:lnTo>
                    <a:pt x="1198092" y="1437599"/>
                  </a:lnTo>
                  <a:lnTo>
                    <a:pt x="0" y="14375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-81667" t="-50907" r="-87664" b="-73553"/>
              </a:stretch>
            </a:blipFill>
          </p:spPr>
        </p:sp>
      </p:grpSp>
      <p:sp>
        <p:nvSpPr>
          <p:cNvPr id="46" name="TextBox 46"/>
          <p:cNvSpPr txBox="1"/>
          <p:nvPr/>
        </p:nvSpPr>
        <p:spPr>
          <a:xfrm>
            <a:off x="1028700" y="3629597"/>
            <a:ext cx="11838963" cy="2970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8380" lvl="1" indent="-369190" algn="just">
              <a:lnSpc>
                <a:spcPts val="4788"/>
              </a:lnSpc>
              <a:spcBef>
                <a:spcPct val="0"/>
              </a:spcBef>
              <a:buFont typeface="Arial"/>
              <a:buChar char="•"/>
            </a:pPr>
            <a:r>
              <a:rPr lang="en-US" sz="342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Features to </a:t>
            </a:r>
            <a:r>
              <a:rPr lang="en-US" sz="3420" b="1" u="none" strike="noStrik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add in upcoming versions.</a:t>
            </a:r>
          </a:p>
          <a:p>
            <a:pPr marL="738380" lvl="1" indent="-369190" algn="just">
              <a:lnSpc>
                <a:spcPts val="4788"/>
              </a:lnSpc>
              <a:spcBef>
                <a:spcPct val="0"/>
              </a:spcBef>
              <a:buFont typeface="Arial"/>
              <a:buChar char="•"/>
            </a:pPr>
            <a:r>
              <a:rPr lang="en-US" sz="3420" b="1" u="none" strike="noStrik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How to improve scalability or performance.</a:t>
            </a:r>
          </a:p>
          <a:p>
            <a:pPr marL="738380" lvl="1" indent="-369190" algn="just">
              <a:lnSpc>
                <a:spcPts val="4788"/>
              </a:lnSpc>
              <a:spcBef>
                <a:spcPct val="0"/>
              </a:spcBef>
              <a:buFont typeface="Arial"/>
              <a:buChar char="•"/>
            </a:pPr>
            <a:r>
              <a:rPr lang="en-US" sz="3420" b="1" u="none" strike="noStrik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Integration with new technologies.</a:t>
            </a:r>
          </a:p>
          <a:p>
            <a:pPr marL="738380" lvl="1" indent="-369190" algn="just">
              <a:lnSpc>
                <a:spcPts val="4788"/>
              </a:lnSpc>
              <a:spcBef>
                <a:spcPct val="0"/>
              </a:spcBef>
              <a:buFont typeface="Arial"/>
              <a:buChar char="•"/>
            </a:pPr>
            <a:r>
              <a:rPr lang="en-US" sz="3420" b="1" u="none" strike="noStrik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Potential market or real-world use.</a:t>
            </a:r>
          </a:p>
          <a:p>
            <a:pPr marL="738380" lvl="1" indent="-369190" algn="just">
              <a:lnSpc>
                <a:spcPts val="4788"/>
              </a:lnSpc>
              <a:spcBef>
                <a:spcPct val="0"/>
              </a:spcBef>
              <a:buFont typeface="Arial"/>
              <a:buChar char="•"/>
            </a:pPr>
            <a:r>
              <a:rPr lang="en-US" sz="3420" b="1" u="none" strike="noStrik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Long-term vision for the project.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348920"/>
            <a:ext cx="8514087" cy="1246496"/>
            <a:chOff x="0" y="0"/>
            <a:chExt cx="11352116" cy="16619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352149" cy="1662049"/>
            </a:xfrm>
            <a:custGeom>
              <a:avLst/>
              <a:gdLst/>
              <a:ahLst/>
              <a:cxnLst/>
              <a:rect l="l" t="t" r="r" b="b"/>
              <a:pathLst>
                <a:path w="11352149" h="1662049">
                  <a:moveTo>
                    <a:pt x="0" y="0"/>
                  </a:moveTo>
                  <a:lnTo>
                    <a:pt x="11352149" y="0"/>
                  </a:lnTo>
                  <a:lnTo>
                    <a:pt x="11352149" y="1662049"/>
                  </a:lnTo>
                  <a:lnTo>
                    <a:pt x="0" y="1662049"/>
                  </a:lnTo>
                  <a:close/>
                </a:path>
              </a:pathLst>
            </a:custGeom>
            <a:solidFill>
              <a:srgbClr val="020B7D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7897504" y="1348920"/>
            <a:ext cx="1246496" cy="1246496"/>
            <a:chOff x="0" y="0"/>
            <a:chExt cx="1661994" cy="166199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661922" cy="1661922"/>
            </a:xfrm>
            <a:custGeom>
              <a:avLst/>
              <a:gdLst/>
              <a:ahLst/>
              <a:cxnLst/>
              <a:rect l="l" t="t" r="r" b="b"/>
              <a:pathLst>
                <a:path w="1661922" h="1661922">
                  <a:moveTo>
                    <a:pt x="0" y="830961"/>
                  </a:moveTo>
                  <a:cubicBezTo>
                    <a:pt x="0" y="1289939"/>
                    <a:pt x="372110" y="1661922"/>
                    <a:pt x="830961" y="1661922"/>
                  </a:cubicBezTo>
                  <a:cubicBezTo>
                    <a:pt x="1289812" y="1661922"/>
                    <a:pt x="1661922" y="1289812"/>
                    <a:pt x="1661922" y="830961"/>
                  </a:cubicBezTo>
                  <a:cubicBezTo>
                    <a:pt x="1661922" y="372110"/>
                    <a:pt x="1289939" y="0"/>
                    <a:pt x="830961" y="0"/>
                  </a:cubicBezTo>
                  <a:cubicBezTo>
                    <a:pt x="371983" y="0"/>
                    <a:pt x="0" y="372110"/>
                    <a:pt x="0" y="830961"/>
                  </a:cubicBezTo>
                  <a:close/>
                </a:path>
              </a:pathLst>
            </a:custGeom>
            <a:solidFill>
              <a:srgbClr val="020B7D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7979826" y="1431243"/>
            <a:ext cx="1081854" cy="1081851"/>
            <a:chOff x="0" y="0"/>
            <a:chExt cx="1442472" cy="144246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42466" cy="1442466"/>
            </a:xfrm>
            <a:custGeom>
              <a:avLst/>
              <a:gdLst/>
              <a:ahLst/>
              <a:cxnLst/>
              <a:rect l="l" t="t" r="r" b="b"/>
              <a:pathLst>
                <a:path w="1442466" h="1442466">
                  <a:moveTo>
                    <a:pt x="0" y="721233"/>
                  </a:moveTo>
                  <a:cubicBezTo>
                    <a:pt x="0" y="1119505"/>
                    <a:pt x="322961" y="1442466"/>
                    <a:pt x="721233" y="1442466"/>
                  </a:cubicBezTo>
                  <a:cubicBezTo>
                    <a:pt x="1119505" y="1442466"/>
                    <a:pt x="1442466" y="1119505"/>
                    <a:pt x="1442466" y="721233"/>
                  </a:cubicBezTo>
                  <a:cubicBezTo>
                    <a:pt x="1442466" y="322961"/>
                    <a:pt x="1119505" y="0"/>
                    <a:pt x="721233" y="0"/>
                  </a:cubicBezTo>
                  <a:cubicBezTo>
                    <a:pt x="322961" y="0"/>
                    <a:pt x="0" y="322961"/>
                    <a:pt x="0" y="721233"/>
                  </a:cubicBezTo>
                  <a:close/>
                </a:path>
              </a:pathLst>
            </a:custGeom>
            <a:solidFill>
              <a:srgbClr val="E0E3FF"/>
            </a:solidFill>
          </p:spPr>
        </p:sp>
      </p:grpSp>
      <p:sp>
        <p:nvSpPr>
          <p:cNvPr id="8" name="Freeform 8"/>
          <p:cNvSpPr/>
          <p:nvPr/>
        </p:nvSpPr>
        <p:spPr>
          <a:xfrm>
            <a:off x="15332106" y="5857875"/>
            <a:ext cx="2955894" cy="3157163"/>
          </a:xfrm>
          <a:custGeom>
            <a:avLst/>
            <a:gdLst/>
            <a:ahLst/>
            <a:cxnLst/>
            <a:rect l="l" t="t" r="r" b="b"/>
            <a:pathLst>
              <a:path w="2955894" h="3157163">
                <a:moveTo>
                  <a:pt x="0" y="0"/>
                </a:moveTo>
                <a:lnTo>
                  <a:pt x="2955894" y="0"/>
                </a:lnTo>
                <a:lnTo>
                  <a:pt x="2955894" y="3157163"/>
                </a:lnTo>
                <a:lnTo>
                  <a:pt x="0" y="31571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0" y="9000935"/>
            <a:ext cx="18373921" cy="1286065"/>
            <a:chOff x="0" y="0"/>
            <a:chExt cx="24498562" cy="1714753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24498562" cy="1714753"/>
              <a:chOff x="0" y="0"/>
              <a:chExt cx="24055954" cy="168377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24055960" cy="1683794"/>
              </a:xfrm>
              <a:custGeom>
                <a:avLst/>
                <a:gdLst/>
                <a:ahLst/>
                <a:cxnLst/>
                <a:rect l="l" t="t" r="r" b="b"/>
                <a:pathLst>
                  <a:path w="24055960" h="1683794">
                    <a:moveTo>
                      <a:pt x="0" y="0"/>
                    </a:moveTo>
                    <a:lnTo>
                      <a:pt x="24055960" y="0"/>
                    </a:lnTo>
                    <a:lnTo>
                      <a:pt x="24055960" y="1683794"/>
                    </a:lnTo>
                    <a:lnTo>
                      <a:pt x="0" y="168379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20B7D"/>
              </a:solidFill>
            </p:spPr>
          </p:sp>
        </p:grpSp>
        <p:sp>
          <p:nvSpPr>
            <p:cNvPr id="12" name="Freeform 12"/>
            <p:cNvSpPr/>
            <p:nvPr/>
          </p:nvSpPr>
          <p:spPr>
            <a:xfrm>
              <a:off x="428793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8" y="0"/>
                  </a:lnTo>
                  <a:lnTo>
                    <a:pt x="1680458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18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2109251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9" y="0"/>
                  </a:lnTo>
                  <a:lnTo>
                    <a:pt x="1680459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18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3789710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8" y="0"/>
                  </a:lnTo>
                  <a:lnTo>
                    <a:pt x="1680458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18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5" name="Freeform 15"/>
            <p:cNvSpPr/>
            <p:nvPr/>
          </p:nvSpPr>
          <p:spPr>
            <a:xfrm>
              <a:off x="5470168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8" y="0"/>
                  </a:lnTo>
                  <a:lnTo>
                    <a:pt x="1680458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18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>
              <a:off x="7150626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8" y="0"/>
                  </a:lnTo>
                  <a:lnTo>
                    <a:pt x="1680458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18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7" name="Freeform 17"/>
            <p:cNvSpPr/>
            <p:nvPr/>
          </p:nvSpPr>
          <p:spPr>
            <a:xfrm>
              <a:off x="8831084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8" y="0"/>
                  </a:lnTo>
                  <a:lnTo>
                    <a:pt x="1680458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18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8" name="Freeform 18"/>
            <p:cNvSpPr/>
            <p:nvPr/>
          </p:nvSpPr>
          <p:spPr>
            <a:xfrm>
              <a:off x="10511542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8" y="0"/>
                  </a:lnTo>
                  <a:lnTo>
                    <a:pt x="1680458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18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9" name="Freeform 19"/>
            <p:cNvSpPr/>
            <p:nvPr/>
          </p:nvSpPr>
          <p:spPr>
            <a:xfrm>
              <a:off x="12192000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8" y="0"/>
                  </a:lnTo>
                  <a:lnTo>
                    <a:pt x="1680458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18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0" name="Freeform 20"/>
            <p:cNvSpPr/>
            <p:nvPr/>
          </p:nvSpPr>
          <p:spPr>
            <a:xfrm>
              <a:off x="13872458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8" y="0"/>
                  </a:lnTo>
                  <a:lnTo>
                    <a:pt x="1680458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18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1" name="Freeform 21"/>
            <p:cNvSpPr/>
            <p:nvPr/>
          </p:nvSpPr>
          <p:spPr>
            <a:xfrm>
              <a:off x="15552916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8" y="0"/>
                  </a:lnTo>
                  <a:lnTo>
                    <a:pt x="1680458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18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2" name="Freeform 22"/>
            <p:cNvSpPr/>
            <p:nvPr/>
          </p:nvSpPr>
          <p:spPr>
            <a:xfrm>
              <a:off x="17233374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8" y="0"/>
                  </a:lnTo>
                  <a:lnTo>
                    <a:pt x="1680458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18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3" name="Freeform 23"/>
            <p:cNvSpPr/>
            <p:nvPr/>
          </p:nvSpPr>
          <p:spPr>
            <a:xfrm>
              <a:off x="18913832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8" y="0"/>
                  </a:lnTo>
                  <a:lnTo>
                    <a:pt x="1680458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18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4" name="Freeform 24"/>
            <p:cNvSpPr/>
            <p:nvPr/>
          </p:nvSpPr>
          <p:spPr>
            <a:xfrm>
              <a:off x="20594290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9" y="0"/>
                  </a:lnTo>
                  <a:lnTo>
                    <a:pt x="1680459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18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5" name="Freeform 25"/>
            <p:cNvSpPr/>
            <p:nvPr/>
          </p:nvSpPr>
          <p:spPr>
            <a:xfrm>
              <a:off x="22274749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8" y="0"/>
                  </a:lnTo>
                  <a:lnTo>
                    <a:pt x="1680458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18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26" name="Group 26"/>
          <p:cNvGrpSpPr/>
          <p:nvPr/>
        </p:nvGrpSpPr>
        <p:grpSpPr>
          <a:xfrm>
            <a:off x="13772441" y="389608"/>
            <a:ext cx="4132420" cy="1854023"/>
            <a:chOff x="0" y="0"/>
            <a:chExt cx="5509893" cy="2472030"/>
          </a:xfrm>
        </p:grpSpPr>
        <p:sp>
          <p:nvSpPr>
            <p:cNvPr id="27" name="Freeform 27"/>
            <p:cNvSpPr/>
            <p:nvPr/>
          </p:nvSpPr>
          <p:spPr>
            <a:xfrm>
              <a:off x="3995994" y="2302161"/>
              <a:ext cx="147864" cy="114410"/>
            </a:xfrm>
            <a:custGeom>
              <a:avLst/>
              <a:gdLst/>
              <a:ahLst/>
              <a:cxnLst/>
              <a:rect l="l" t="t" r="r" b="b"/>
              <a:pathLst>
                <a:path w="147864" h="114410">
                  <a:moveTo>
                    <a:pt x="0" y="0"/>
                  </a:moveTo>
                  <a:lnTo>
                    <a:pt x="147864" y="0"/>
                  </a:lnTo>
                  <a:lnTo>
                    <a:pt x="147864" y="114410"/>
                  </a:lnTo>
                  <a:lnTo>
                    <a:pt x="0" y="1144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8" name="Freeform 28"/>
            <p:cNvSpPr/>
            <p:nvPr/>
          </p:nvSpPr>
          <p:spPr>
            <a:xfrm>
              <a:off x="1380987" y="2302161"/>
              <a:ext cx="147864" cy="114410"/>
            </a:xfrm>
            <a:custGeom>
              <a:avLst/>
              <a:gdLst/>
              <a:ahLst/>
              <a:cxnLst/>
              <a:rect l="l" t="t" r="r" b="b"/>
              <a:pathLst>
                <a:path w="147864" h="114410">
                  <a:moveTo>
                    <a:pt x="0" y="0"/>
                  </a:moveTo>
                  <a:lnTo>
                    <a:pt x="147865" y="0"/>
                  </a:lnTo>
                  <a:lnTo>
                    <a:pt x="147865" y="114410"/>
                  </a:lnTo>
                  <a:lnTo>
                    <a:pt x="0" y="1144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9" name="AutoShape 29"/>
            <p:cNvSpPr/>
            <p:nvPr/>
          </p:nvSpPr>
          <p:spPr>
            <a:xfrm>
              <a:off x="212543" y="2364090"/>
              <a:ext cx="1095449" cy="3387"/>
            </a:xfrm>
            <a:prstGeom prst="line">
              <a:avLst/>
            </a:prstGeom>
            <a:ln w="31572" cap="flat">
              <a:solidFill>
                <a:srgbClr val="656768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0" name="AutoShape 30"/>
            <p:cNvSpPr/>
            <p:nvPr/>
          </p:nvSpPr>
          <p:spPr>
            <a:xfrm>
              <a:off x="4216854" y="2351255"/>
              <a:ext cx="1182922" cy="8111"/>
            </a:xfrm>
            <a:prstGeom prst="line">
              <a:avLst/>
            </a:prstGeom>
            <a:ln w="31572" cap="flat">
              <a:solidFill>
                <a:srgbClr val="656768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564515" y="2237100"/>
              <a:ext cx="2358749" cy="2349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22"/>
                </a:lnSpc>
                <a:spcBef>
                  <a:spcPct val="0"/>
                </a:spcBef>
              </a:pPr>
              <a:r>
                <a:rPr lang="en-US" sz="1087">
                  <a:solidFill>
                    <a:srgbClr val="656768"/>
                  </a:solidFill>
                  <a:latin typeface="Garet"/>
                  <a:ea typeface="Garet"/>
                  <a:cs typeface="Garet"/>
                  <a:sym typeface="Garet"/>
                </a:rPr>
                <a:t>CREATE CODE CONQUER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609270" y="1698586"/>
              <a:ext cx="522654" cy="514102"/>
            </a:xfrm>
            <a:custGeom>
              <a:avLst/>
              <a:gdLst/>
              <a:ahLst/>
              <a:cxnLst/>
              <a:rect l="l" t="t" r="r" b="b"/>
              <a:pathLst>
                <a:path w="522654" h="514102">
                  <a:moveTo>
                    <a:pt x="0" y="0"/>
                  </a:moveTo>
                  <a:lnTo>
                    <a:pt x="522655" y="0"/>
                  </a:lnTo>
                  <a:lnTo>
                    <a:pt x="522655" y="514102"/>
                  </a:lnTo>
                  <a:lnTo>
                    <a:pt x="0" y="5141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1119521" y="1508982"/>
              <a:ext cx="3304305" cy="8584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571"/>
                </a:lnSpc>
                <a:spcBef>
                  <a:spcPct val="0"/>
                </a:spcBef>
              </a:pPr>
              <a:r>
                <a:rPr lang="en-US" sz="3979" b="1">
                  <a:solidFill>
                    <a:srgbClr val="222047"/>
                  </a:solidFill>
                  <a:latin typeface="Garet Bold"/>
                  <a:ea typeface="Garet Bold"/>
                  <a:cs typeface="Garet Bold"/>
                  <a:sym typeface="Garet Bold"/>
                </a:rPr>
                <a:t>DECRATZ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1464808"/>
              <a:ext cx="596866" cy="9277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827"/>
                </a:lnSpc>
                <a:spcBef>
                  <a:spcPct val="0"/>
                </a:spcBef>
              </a:pPr>
              <a:r>
                <a:rPr lang="en-US" sz="4162" b="1">
                  <a:solidFill>
                    <a:srgbClr val="222047"/>
                  </a:solidFill>
                  <a:latin typeface="Garet Bold"/>
                  <a:ea typeface="Garet Bold"/>
                  <a:cs typeface="Garet Bold"/>
                  <a:sym typeface="Garet Bold"/>
                </a:rPr>
                <a:t>C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428815" y="1449853"/>
              <a:ext cx="1081078" cy="8456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376"/>
                </a:lnSpc>
                <a:spcBef>
                  <a:spcPct val="0"/>
                </a:spcBef>
              </a:pPr>
              <a:r>
                <a:rPr lang="en-US" sz="3840" b="1">
                  <a:solidFill>
                    <a:srgbClr val="222047"/>
                  </a:solidFill>
                  <a:latin typeface="Garet Bold"/>
                  <a:ea typeface="Garet Bold"/>
                  <a:cs typeface="Garet Bold"/>
                  <a:sym typeface="Garet Bold"/>
                </a:rPr>
                <a:t>‘</a:t>
              </a:r>
              <a:r>
                <a:rPr lang="en-US" sz="3840" b="1">
                  <a:solidFill>
                    <a:srgbClr val="020B7D"/>
                  </a:solidFill>
                  <a:latin typeface="Garet Bold"/>
                  <a:ea typeface="Garet Bold"/>
                  <a:cs typeface="Garet Bold"/>
                  <a:sym typeface="Garet Bold"/>
                </a:rPr>
                <a:t>26</a:t>
              </a:r>
            </a:p>
          </p:txBody>
        </p:sp>
        <p:grpSp>
          <p:nvGrpSpPr>
            <p:cNvPr id="36" name="Group 36"/>
            <p:cNvGrpSpPr/>
            <p:nvPr/>
          </p:nvGrpSpPr>
          <p:grpSpPr>
            <a:xfrm>
              <a:off x="2304155" y="94042"/>
              <a:ext cx="1314604" cy="1314604"/>
              <a:chOff x="0" y="0"/>
              <a:chExt cx="812800" cy="8128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lIns="20671" tIns="20671" rIns="20671" bIns="20671" rtlCol="0" anchor="ctr"/>
              <a:lstStyle/>
              <a:p>
                <a:pPr algn="ctr">
                  <a:lnSpc>
                    <a:spcPts val="822"/>
                  </a:lnSpc>
                </a:pPr>
                <a:endParaRPr/>
              </a:p>
            </p:txBody>
          </p:sp>
        </p:grpSp>
        <p:sp>
          <p:nvSpPr>
            <p:cNvPr id="39" name="Freeform 39"/>
            <p:cNvSpPr/>
            <p:nvPr/>
          </p:nvSpPr>
          <p:spPr>
            <a:xfrm>
              <a:off x="2242749" y="0"/>
              <a:ext cx="1445400" cy="1445400"/>
            </a:xfrm>
            <a:custGeom>
              <a:avLst/>
              <a:gdLst/>
              <a:ahLst/>
              <a:cxnLst/>
              <a:rect l="l" t="t" r="r" b="b"/>
              <a:pathLst>
                <a:path w="1445400" h="1445400">
                  <a:moveTo>
                    <a:pt x="0" y="0"/>
                  </a:moveTo>
                  <a:lnTo>
                    <a:pt x="1445401" y="0"/>
                  </a:lnTo>
                  <a:lnTo>
                    <a:pt x="1445401" y="1445400"/>
                  </a:lnTo>
                  <a:lnTo>
                    <a:pt x="0" y="1445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0" name="Freeform 40"/>
            <p:cNvSpPr/>
            <p:nvPr/>
          </p:nvSpPr>
          <p:spPr>
            <a:xfrm>
              <a:off x="2251933" y="96216"/>
              <a:ext cx="1419049" cy="1312430"/>
            </a:xfrm>
            <a:custGeom>
              <a:avLst/>
              <a:gdLst/>
              <a:ahLst/>
              <a:cxnLst/>
              <a:rect l="l" t="t" r="r" b="b"/>
              <a:pathLst>
                <a:path w="1419049" h="1312430">
                  <a:moveTo>
                    <a:pt x="0" y="0"/>
                  </a:moveTo>
                  <a:lnTo>
                    <a:pt x="1419049" y="0"/>
                  </a:lnTo>
                  <a:lnTo>
                    <a:pt x="1419049" y="1312430"/>
                  </a:lnTo>
                  <a:lnTo>
                    <a:pt x="0" y="13124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</p:sp>
        <p:sp>
          <p:nvSpPr>
            <p:cNvPr id="41" name="Freeform 41"/>
            <p:cNvSpPr/>
            <p:nvPr/>
          </p:nvSpPr>
          <p:spPr>
            <a:xfrm>
              <a:off x="2234765" y="0"/>
              <a:ext cx="1453385" cy="1453385"/>
            </a:xfrm>
            <a:custGeom>
              <a:avLst/>
              <a:gdLst/>
              <a:ahLst/>
              <a:cxnLst/>
              <a:rect l="l" t="t" r="r" b="b"/>
              <a:pathLst>
                <a:path w="1453385" h="1453385">
                  <a:moveTo>
                    <a:pt x="0" y="0"/>
                  </a:moveTo>
                  <a:lnTo>
                    <a:pt x="1453385" y="0"/>
                  </a:lnTo>
                  <a:lnTo>
                    <a:pt x="1453385" y="1453385"/>
                  </a:lnTo>
                  <a:lnTo>
                    <a:pt x="0" y="14533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2" name="Freeform 42"/>
            <p:cNvSpPr/>
            <p:nvPr/>
          </p:nvSpPr>
          <p:spPr>
            <a:xfrm>
              <a:off x="2318477" y="83712"/>
              <a:ext cx="1285960" cy="1285960"/>
            </a:xfrm>
            <a:custGeom>
              <a:avLst/>
              <a:gdLst/>
              <a:ahLst/>
              <a:cxnLst/>
              <a:rect l="l" t="t" r="r" b="b"/>
              <a:pathLst>
                <a:path w="1285960" h="1285960">
                  <a:moveTo>
                    <a:pt x="0" y="0"/>
                  </a:moveTo>
                  <a:lnTo>
                    <a:pt x="1285960" y="0"/>
                  </a:lnTo>
                  <a:lnTo>
                    <a:pt x="1285960" y="1285960"/>
                  </a:lnTo>
                  <a:lnTo>
                    <a:pt x="0" y="1285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alphaModFix amt="86000"/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43" name="Freeform 43"/>
            <p:cNvSpPr/>
            <p:nvPr/>
          </p:nvSpPr>
          <p:spPr>
            <a:xfrm>
              <a:off x="233704" y="15786"/>
              <a:ext cx="1448338" cy="1453385"/>
            </a:xfrm>
            <a:custGeom>
              <a:avLst/>
              <a:gdLst/>
              <a:ahLst/>
              <a:cxnLst/>
              <a:rect l="l" t="t" r="r" b="b"/>
              <a:pathLst>
                <a:path w="1448338" h="1453385">
                  <a:moveTo>
                    <a:pt x="0" y="0"/>
                  </a:moveTo>
                  <a:lnTo>
                    <a:pt x="1448338" y="0"/>
                  </a:lnTo>
                  <a:lnTo>
                    <a:pt x="1448338" y="1453385"/>
                  </a:lnTo>
                  <a:lnTo>
                    <a:pt x="0" y="14533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/>
              </a:stretch>
            </a:blipFill>
          </p:spPr>
        </p:sp>
        <p:sp>
          <p:nvSpPr>
            <p:cNvPr id="44" name="Freeform 44"/>
            <p:cNvSpPr/>
            <p:nvPr/>
          </p:nvSpPr>
          <p:spPr>
            <a:xfrm>
              <a:off x="4196512" y="0"/>
              <a:ext cx="1198092" cy="1437599"/>
            </a:xfrm>
            <a:custGeom>
              <a:avLst/>
              <a:gdLst/>
              <a:ahLst/>
              <a:cxnLst/>
              <a:rect l="l" t="t" r="r" b="b"/>
              <a:pathLst>
                <a:path w="1198092" h="1437599">
                  <a:moveTo>
                    <a:pt x="0" y="0"/>
                  </a:moveTo>
                  <a:lnTo>
                    <a:pt x="1198092" y="0"/>
                  </a:lnTo>
                  <a:lnTo>
                    <a:pt x="1198092" y="1437599"/>
                  </a:lnTo>
                  <a:lnTo>
                    <a:pt x="0" y="14375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-81667" t="-50907" r="-87664" b="-73553"/>
              </a:stretch>
            </a:blipFill>
          </p:spPr>
        </p:sp>
      </p:grpSp>
      <p:sp>
        <p:nvSpPr>
          <p:cNvPr id="45" name="TextBox 45"/>
          <p:cNvSpPr txBox="1"/>
          <p:nvPr/>
        </p:nvSpPr>
        <p:spPr>
          <a:xfrm>
            <a:off x="1028700" y="1624506"/>
            <a:ext cx="6868804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FFFFFF"/>
                </a:solidFill>
                <a:latin typeface="Futura Ultra-Bold"/>
                <a:ea typeface="Futura Ultra-Bold"/>
                <a:cs typeface="Futura Ultra-Bold"/>
                <a:sym typeface="Futura Ultra-Bold"/>
              </a:rPr>
              <a:t>NAME OF TEAM MEMBERS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8260235" y="1624506"/>
            <a:ext cx="521037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b="1">
                <a:solidFill>
                  <a:srgbClr val="020B7D"/>
                </a:solidFill>
                <a:latin typeface="Futura Ultra-Bold"/>
                <a:ea typeface="Futura Ultra-Bold"/>
                <a:cs typeface="Futura Ultra-Bold"/>
                <a:sym typeface="Futura Ultra-Bold"/>
              </a:rPr>
              <a:t>6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183945" y="3171825"/>
            <a:ext cx="3496210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  <a:spcBef>
                <a:spcPct val="0"/>
              </a:spcBef>
            </a:pPr>
            <a:r>
              <a:rPr lang="en-US" sz="3600" b="1">
                <a:solidFill>
                  <a:srgbClr val="000000"/>
                </a:solidFill>
                <a:latin typeface="Futura Ultra-Bold"/>
                <a:ea typeface="Futura Ultra-Bold"/>
                <a:cs typeface="Futura Ultra-Bold"/>
                <a:sym typeface="Futura Ultra-Bold"/>
              </a:rPr>
              <a:t>Team Leader: 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164895" y="4524375"/>
            <a:ext cx="4205883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sz="3600" b="1">
                <a:solidFill>
                  <a:srgbClr val="000000"/>
                </a:solidFill>
                <a:latin typeface="Futura Ultra-Bold"/>
                <a:ea typeface="Futura Ultra-Bold"/>
                <a:cs typeface="Futura Ultra-Bold"/>
                <a:sym typeface="Futura Ultra-Bold"/>
              </a:rPr>
              <a:t>Team Member 1: 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164895" y="5876925"/>
            <a:ext cx="4205883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sz="3600" b="1">
                <a:solidFill>
                  <a:srgbClr val="000000"/>
                </a:solidFill>
                <a:latin typeface="Futura Ultra-Bold"/>
                <a:ea typeface="Futura Ultra-Bold"/>
                <a:cs typeface="Futura Ultra-Bold"/>
                <a:sym typeface="Futura Ultra-Bold"/>
              </a:rPr>
              <a:t>Team Member 2: 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183945" y="7229475"/>
            <a:ext cx="4205883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sz="3600" b="1">
                <a:solidFill>
                  <a:srgbClr val="000000"/>
                </a:solidFill>
                <a:latin typeface="Futura Ultra-Bold"/>
                <a:ea typeface="Futura Ultra-Bold"/>
                <a:cs typeface="Futura Ultra-Bold"/>
                <a:sym typeface="Futura Ultra-Bold"/>
              </a:rPr>
              <a:t>Team Member 3: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5125895" y="5850688"/>
            <a:ext cx="3162105" cy="3150247"/>
          </a:xfrm>
          <a:custGeom>
            <a:avLst/>
            <a:gdLst/>
            <a:ahLst/>
            <a:cxnLst/>
            <a:rect l="l" t="t" r="r" b="b"/>
            <a:pathLst>
              <a:path w="3162105" h="3150247">
                <a:moveTo>
                  <a:pt x="3162105" y="0"/>
                </a:moveTo>
                <a:lnTo>
                  <a:pt x="0" y="0"/>
                </a:lnTo>
                <a:lnTo>
                  <a:pt x="0" y="3150247"/>
                </a:lnTo>
                <a:lnTo>
                  <a:pt x="3162105" y="3150247"/>
                </a:lnTo>
                <a:lnTo>
                  <a:pt x="316210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9100948"/>
            <a:ext cx="18373921" cy="1286065"/>
            <a:chOff x="0" y="0"/>
            <a:chExt cx="24498562" cy="1714753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24498562" cy="1714753"/>
              <a:chOff x="0" y="0"/>
              <a:chExt cx="24055954" cy="1683773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24055960" cy="1683794"/>
              </a:xfrm>
              <a:custGeom>
                <a:avLst/>
                <a:gdLst/>
                <a:ahLst/>
                <a:cxnLst/>
                <a:rect l="l" t="t" r="r" b="b"/>
                <a:pathLst>
                  <a:path w="24055960" h="1683794">
                    <a:moveTo>
                      <a:pt x="0" y="0"/>
                    </a:moveTo>
                    <a:lnTo>
                      <a:pt x="24055960" y="0"/>
                    </a:lnTo>
                    <a:lnTo>
                      <a:pt x="24055960" y="1683794"/>
                    </a:lnTo>
                    <a:lnTo>
                      <a:pt x="0" y="168379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20B7D"/>
              </a:solidFill>
            </p:spPr>
          </p:sp>
        </p:grpSp>
        <p:sp>
          <p:nvSpPr>
            <p:cNvPr id="6" name="Freeform 6"/>
            <p:cNvSpPr/>
            <p:nvPr/>
          </p:nvSpPr>
          <p:spPr>
            <a:xfrm>
              <a:off x="428793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8" y="0"/>
                  </a:lnTo>
                  <a:lnTo>
                    <a:pt x="1680458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18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2109251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9" y="0"/>
                  </a:lnTo>
                  <a:lnTo>
                    <a:pt x="1680459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18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3789710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8" y="0"/>
                  </a:lnTo>
                  <a:lnTo>
                    <a:pt x="1680458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18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5470168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8" y="0"/>
                  </a:lnTo>
                  <a:lnTo>
                    <a:pt x="1680458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18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7150626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8" y="0"/>
                  </a:lnTo>
                  <a:lnTo>
                    <a:pt x="1680458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18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>
              <a:off x="8831084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8" y="0"/>
                  </a:lnTo>
                  <a:lnTo>
                    <a:pt x="1680458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18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>
              <a:off x="10511542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8" y="0"/>
                  </a:lnTo>
                  <a:lnTo>
                    <a:pt x="1680458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18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12192000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8" y="0"/>
                  </a:lnTo>
                  <a:lnTo>
                    <a:pt x="1680458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18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13872458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8" y="0"/>
                  </a:lnTo>
                  <a:lnTo>
                    <a:pt x="1680458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18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5" name="Freeform 15"/>
            <p:cNvSpPr/>
            <p:nvPr/>
          </p:nvSpPr>
          <p:spPr>
            <a:xfrm>
              <a:off x="15552916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8" y="0"/>
                  </a:lnTo>
                  <a:lnTo>
                    <a:pt x="1680458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18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>
              <a:off x="17233374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8" y="0"/>
                  </a:lnTo>
                  <a:lnTo>
                    <a:pt x="1680458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18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7" name="Freeform 17"/>
            <p:cNvSpPr/>
            <p:nvPr/>
          </p:nvSpPr>
          <p:spPr>
            <a:xfrm>
              <a:off x="18913832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8" y="0"/>
                  </a:lnTo>
                  <a:lnTo>
                    <a:pt x="1680458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18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8" name="Freeform 18"/>
            <p:cNvSpPr/>
            <p:nvPr/>
          </p:nvSpPr>
          <p:spPr>
            <a:xfrm>
              <a:off x="20594290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9" y="0"/>
                  </a:lnTo>
                  <a:lnTo>
                    <a:pt x="1680459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18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9" name="Freeform 19"/>
            <p:cNvSpPr/>
            <p:nvPr/>
          </p:nvSpPr>
          <p:spPr>
            <a:xfrm>
              <a:off x="22274749" y="0"/>
              <a:ext cx="1680458" cy="1714753"/>
            </a:xfrm>
            <a:custGeom>
              <a:avLst/>
              <a:gdLst/>
              <a:ahLst/>
              <a:cxnLst/>
              <a:rect l="l" t="t" r="r" b="b"/>
              <a:pathLst>
                <a:path w="1680458" h="1714753">
                  <a:moveTo>
                    <a:pt x="0" y="0"/>
                  </a:moveTo>
                  <a:lnTo>
                    <a:pt x="1680458" y="0"/>
                  </a:lnTo>
                  <a:lnTo>
                    <a:pt x="1680458" y="1714753"/>
                  </a:lnTo>
                  <a:lnTo>
                    <a:pt x="0" y="17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18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9525" y="1348920"/>
            <a:ext cx="9134475" cy="1246496"/>
            <a:chOff x="0" y="0"/>
            <a:chExt cx="12179300" cy="1661994"/>
          </a:xfrm>
        </p:grpSpPr>
        <p:grpSp>
          <p:nvGrpSpPr>
            <p:cNvPr id="21" name="Group 21"/>
            <p:cNvGrpSpPr/>
            <p:nvPr/>
          </p:nvGrpSpPr>
          <p:grpSpPr>
            <a:xfrm>
              <a:off x="0" y="0"/>
              <a:ext cx="11352116" cy="1661994"/>
              <a:chOff x="0" y="0"/>
              <a:chExt cx="11352116" cy="1661994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11352149" cy="1662049"/>
              </a:xfrm>
              <a:custGeom>
                <a:avLst/>
                <a:gdLst/>
                <a:ahLst/>
                <a:cxnLst/>
                <a:rect l="l" t="t" r="r" b="b"/>
                <a:pathLst>
                  <a:path w="11352149" h="1662049">
                    <a:moveTo>
                      <a:pt x="0" y="0"/>
                    </a:moveTo>
                    <a:lnTo>
                      <a:pt x="11352149" y="0"/>
                    </a:lnTo>
                    <a:lnTo>
                      <a:pt x="11352149" y="1662049"/>
                    </a:lnTo>
                    <a:lnTo>
                      <a:pt x="0" y="1662049"/>
                    </a:lnTo>
                    <a:close/>
                  </a:path>
                </a:pathLst>
              </a:custGeom>
              <a:solidFill>
                <a:srgbClr val="020B7D"/>
              </a:solidFill>
            </p:spPr>
          </p:sp>
        </p:grpSp>
        <p:grpSp>
          <p:nvGrpSpPr>
            <p:cNvPr id="23" name="Group 23"/>
            <p:cNvGrpSpPr/>
            <p:nvPr/>
          </p:nvGrpSpPr>
          <p:grpSpPr>
            <a:xfrm>
              <a:off x="10517306" y="0"/>
              <a:ext cx="1661994" cy="1661994"/>
              <a:chOff x="0" y="0"/>
              <a:chExt cx="1661994" cy="1661994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1661922" cy="1661922"/>
              </a:xfrm>
              <a:custGeom>
                <a:avLst/>
                <a:gdLst/>
                <a:ahLst/>
                <a:cxnLst/>
                <a:rect l="l" t="t" r="r" b="b"/>
                <a:pathLst>
                  <a:path w="1661922" h="1661922">
                    <a:moveTo>
                      <a:pt x="0" y="830961"/>
                    </a:moveTo>
                    <a:cubicBezTo>
                      <a:pt x="0" y="1289939"/>
                      <a:pt x="372110" y="1661922"/>
                      <a:pt x="830961" y="1661922"/>
                    </a:cubicBezTo>
                    <a:cubicBezTo>
                      <a:pt x="1289812" y="1661922"/>
                      <a:pt x="1661922" y="1289812"/>
                      <a:pt x="1661922" y="830961"/>
                    </a:cubicBezTo>
                    <a:cubicBezTo>
                      <a:pt x="1661922" y="372110"/>
                      <a:pt x="1289939" y="0"/>
                      <a:pt x="830961" y="0"/>
                    </a:cubicBezTo>
                    <a:cubicBezTo>
                      <a:pt x="371983" y="0"/>
                      <a:pt x="0" y="372110"/>
                      <a:pt x="0" y="830961"/>
                    </a:cubicBezTo>
                    <a:close/>
                  </a:path>
                </a:pathLst>
              </a:custGeom>
              <a:solidFill>
                <a:srgbClr val="020B7D"/>
              </a:solidFill>
            </p:spPr>
          </p:sp>
        </p:grpSp>
        <p:grpSp>
          <p:nvGrpSpPr>
            <p:cNvPr id="25" name="Group 25"/>
            <p:cNvGrpSpPr/>
            <p:nvPr/>
          </p:nvGrpSpPr>
          <p:grpSpPr>
            <a:xfrm>
              <a:off x="10639768" y="109763"/>
              <a:ext cx="1442472" cy="1442468"/>
              <a:chOff x="0" y="0"/>
              <a:chExt cx="1442472" cy="1442468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1442466" cy="1442466"/>
              </a:xfrm>
              <a:custGeom>
                <a:avLst/>
                <a:gdLst/>
                <a:ahLst/>
                <a:cxnLst/>
                <a:rect l="l" t="t" r="r" b="b"/>
                <a:pathLst>
                  <a:path w="1442466" h="1442466">
                    <a:moveTo>
                      <a:pt x="0" y="721233"/>
                    </a:moveTo>
                    <a:cubicBezTo>
                      <a:pt x="0" y="1119505"/>
                      <a:pt x="322961" y="1442466"/>
                      <a:pt x="721233" y="1442466"/>
                    </a:cubicBezTo>
                    <a:cubicBezTo>
                      <a:pt x="1119505" y="1442466"/>
                      <a:pt x="1442466" y="1119505"/>
                      <a:pt x="1442466" y="721233"/>
                    </a:cubicBezTo>
                    <a:cubicBezTo>
                      <a:pt x="1442466" y="322961"/>
                      <a:pt x="1119505" y="0"/>
                      <a:pt x="721233" y="0"/>
                    </a:cubicBezTo>
                    <a:cubicBezTo>
                      <a:pt x="322961" y="0"/>
                      <a:pt x="0" y="322961"/>
                      <a:pt x="0" y="721233"/>
                    </a:cubicBezTo>
                    <a:close/>
                  </a:path>
                </a:pathLst>
              </a:custGeom>
              <a:solidFill>
                <a:srgbClr val="E0E3FF"/>
              </a:solidFill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1231900" y="392847"/>
              <a:ext cx="9145706" cy="800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320"/>
                </a:lnSpc>
              </a:pPr>
              <a:r>
                <a:rPr lang="en-US" sz="3600" b="1">
                  <a:solidFill>
                    <a:srgbClr val="FFFFFF"/>
                  </a:solidFill>
                  <a:latin typeface="Futura Ultra-Bold"/>
                  <a:ea typeface="Futura Ultra-Bold"/>
                  <a:cs typeface="Futura Ultra-Bold"/>
                  <a:sym typeface="Futura Ultra-Bold"/>
                </a:rPr>
                <a:t>SUBMISSION INSTRUCTIONS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013646" y="392847"/>
              <a:ext cx="694716" cy="800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020B7D"/>
                  </a:solidFill>
                  <a:latin typeface="Futura Ultra-Bold"/>
                  <a:ea typeface="Futura Ultra-Bold"/>
                  <a:cs typeface="Futura Ultra-Bold"/>
                  <a:sym typeface="Futura Ultra-Bold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3772441" y="389608"/>
            <a:ext cx="4132420" cy="1854023"/>
            <a:chOff x="0" y="0"/>
            <a:chExt cx="5509893" cy="2472030"/>
          </a:xfrm>
        </p:grpSpPr>
        <p:sp>
          <p:nvSpPr>
            <p:cNvPr id="30" name="Freeform 30"/>
            <p:cNvSpPr/>
            <p:nvPr/>
          </p:nvSpPr>
          <p:spPr>
            <a:xfrm>
              <a:off x="3995994" y="2302161"/>
              <a:ext cx="147864" cy="114410"/>
            </a:xfrm>
            <a:custGeom>
              <a:avLst/>
              <a:gdLst/>
              <a:ahLst/>
              <a:cxnLst/>
              <a:rect l="l" t="t" r="r" b="b"/>
              <a:pathLst>
                <a:path w="147864" h="114410">
                  <a:moveTo>
                    <a:pt x="0" y="0"/>
                  </a:moveTo>
                  <a:lnTo>
                    <a:pt x="147864" y="0"/>
                  </a:lnTo>
                  <a:lnTo>
                    <a:pt x="147864" y="114410"/>
                  </a:lnTo>
                  <a:lnTo>
                    <a:pt x="0" y="1144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1" name="Freeform 31"/>
            <p:cNvSpPr/>
            <p:nvPr/>
          </p:nvSpPr>
          <p:spPr>
            <a:xfrm>
              <a:off x="1380987" y="2302161"/>
              <a:ext cx="147864" cy="114410"/>
            </a:xfrm>
            <a:custGeom>
              <a:avLst/>
              <a:gdLst/>
              <a:ahLst/>
              <a:cxnLst/>
              <a:rect l="l" t="t" r="r" b="b"/>
              <a:pathLst>
                <a:path w="147864" h="114410">
                  <a:moveTo>
                    <a:pt x="0" y="0"/>
                  </a:moveTo>
                  <a:lnTo>
                    <a:pt x="147865" y="0"/>
                  </a:lnTo>
                  <a:lnTo>
                    <a:pt x="147865" y="114410"/>
                  </a:lnTo>
                  <a:lnTo>
                    <a:pt x="0" y="1144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2" name="AutoShape 32"/>
            <p:cNvSpPr/>
            <p:nvPr/>
          </p:nvSpPr>
          <p:spPr>
            <a:xfrm>
              <a:off x="212543" y="2364090"/>
              <a:ext cx="1095449" cy="3387"/>
            </a:xfrm>
            <a:prstGeom prst="line">
              <a:avLst/>
            </a:prstGeom>
            <a:ln w="31572" cap="flat">
              <a:solidFill>
                <a:srgbClr val="656768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3" name="AutoShape 33"/>
            <p:cNvSpPr/>
            <p:nvPr/>
          </p:nvSpPr>
          <p:spPr>
            <a:xfrm>
              <a:off x="4216854" y="2351255"/>
              <a:ext cx="1182922" cy="8111"/>
            </a:xfrm>
            <a:prstGeom prst="line">
              <a:avLst/>
            </a:prstGeom>
            <a:ln w="31572" cap="flat">
              <a:solidFill>
                <a:srgbClr val="656768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564515" y="2237100"/>
              <a:ext cx="2358749" cy="2349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22"/>
                </a:lnSpc>
                <a:spcBef>
                  <a:spcPct val="0"/>
                </a:spcBef>
              </a:pPr>
              <a:r>
                <a:rPr lang="en-US" sz="1087">
                  <a:solidFill>
                    <a:srgbClr val="656768"/>
                  </a:solidFill>
                  <a:latin typeface="Garet"/>
                  <a:ea typeface="Garet"/>
                  <a:cs typeface="Garet"/>
                  <a:sym typeface="Garet"/>
                </a:rPr>
                <a:t>CREATE CODE CONQUER</a:t>
              </a:r>
            </a:p>
          </p:txBody>
        </p:sp>
        <p:sp>
          <p:nvSpPr>
            <p:cNvPr id="35" name="Freeform 35"/>
            <p:cNvSpPr/>
            <p:nvPr/>
          </p:nvSpPr>
          <p:spPr>
            <a:xfrm>
              <a:off x="609270" y="1698586"/>
              <a:ext cx="522654" cy="514102"/>
            </a:xfrm>
            <a:custGeom>
              <a:avLst/>
              <a:gdLst/>
              <a:ahLst/>
              <a:cxnLst/>
              <a:rect l="l" t="t" r="r" b="b"/>
              <a:pathLst>
                <a:path w="522654" h="514102">
                  <a:moveTo>
                    <a:pt x="0" y="0"/>
                  </a:moveTo>
                  <a:lnTo>
                    <a:pt x="522655" y="0"/>
                  </a:lnTo>
                  <a:lnTo>
                    <a:pt x="522655" y="514102"/>
                  </a:lnTo>
                  <a:lnTo>
                    <a:pt x="0" y="5141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6" name="TextBox 36"/>
            <p:cNvSpPr txBox="1"/>
            <p:nvPr/>
          </p:nvSpPr>
          <p:spPr>
            <a:xfrm>
              <a:off x="1119521" y="1508982"/>
              <a:ext cx="3304305" cy="8584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571"/>
                </a:lnSpc>
                <a:spcBef>
                  <a:spcPct val="0"/>
                </a:spcBef>
              </a:pPr>
              <a:r>
                <a:rPr lang="en-US" sz="3979" b="1">
                  <a:solidFill>
                    <a:srgbClr val="222047"/>
                  </a:solidFill>
                  <a:latin typeface="Garet Bold"/>
                  <a:ea typeface="Garet Bold"/>
                  <a:cs typeface="Garet Bold"/>
                  <a:sym typeface="Garet Bold"/>
                </a:rPr>
                <a:t>DECRATZ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1464808"/>
              <a:ext cx="596866" cy="9277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827"/>
                </a:lnSpc>
                <a:spcBef>
                  <a:spcPct val="0"/>
                </a:spcBef>
              </a:pPr>
              <a:r>
                <a:rPr lang="en-US" sz="4162" b="1">
                  <a:solidFill>
                    <a:srgbClr val="222047"/>
                  </a:solidFill>
                  <a:latin typeface="Garet Bold"/>
                  <a:ea typeface="Garet Bold"/>
                  <a:cs typeface="Garet Bold"/>
                  <a:sym typeface="Garet Bold"/>
                </a:rPr>
                <a:t>C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428815" y="1449853"/>
              <a:ext cx="1081078" cy="8456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376"/>
                </a:lnSpc>
                <a:spcBef>
                  <a:spcPct val="0"/>
                </a:spcBef>
              </a:pPr>
              <a:r>
                <a:rPr lang="en-US" sz="3840" b="1">
                  <a:solidFill>
                    <a:srgbClr val="222047"/>
                  </a:solidFill>
                  <a:latin typeface="Garet Bold"/>
                  <a:ea typeface="Garet Bold"/>
                  <a:cs typeface="Garet Bold"/>
                  <a:sym typeface="Garet Bold"/>
                </a:rPr>
                <a:t>‘</a:t>
              </a:r>
              <a:r>
                <a:rPr lang="en-US" sz="3840" b="1">
                  <a:solidFill>
                    <a:srgbClr val="020B7D"/>
                  </a:solidFill>
                  <a:latin typeface="Garet Bold"/>
                  <a:ea typeface="Garet Bold"/>
                  <a:cs typeface="Garet Bold"/>
                  <a:sym typeface="Garet Bold"/>
                </a:rPr>
                <a:t>26</a:t>
              </a:r>
            </a:p>
          </p:txBody>
        </p:sp>
        <p:grpSp>
          <p:nvGrpSpPr>
            <p:cNvPr id="39" name="Group 39"/>
            <p:cNvGrpSpPr/>
            <p:nvPr/>
          </p:nvGrpSpPr>
          <p:grpSpPr>
            <a:xfrm>
              <a:off x="2304155" y="94042"/>
              <a:ext cx="1314604" cy="1314604"/>
              <a:chOff x="0" y="0"/>
              <a:chExt cx="812800" cy="81280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lIns="20671" tIns="20671" rIns="20671" bIns="20671" rtlCol="0" anchor="ctr"/>
              <a:lstStyle/>
              <a:p>
                <a:pPr algn="ctr">
                  <a:lnSpc>
                    <a:spcPts val="822"/>
                  </a:lnSpc>
                </a:pPr>
                <a:endParaRPr/>
              </a:p>
            </p:txBody>
          </p:sp>
        </p:grpSp>
        <p:sp>
          <p:nvSpPr>
            <p:cNvPr id="42" name="Freeform 42"/>
            <p:cNvSpPr/>
            <p:nvPr/>
          </p:nvSpPr>
          <p:spPr>
            <a:xfrm>
              <a:off x="2242749" y="0"/>
              <a:ext cx="1445400" cy="1445400"/>
            </a:xfrm>
            <a:custGeom>
              <a:avLst/>
              <a:gdLst/>
              <a:ahLst/>
              <a:cxnLst/>
              <a:rect l="l" t="t" r="r" b="b"/>
              <a:pathLst>
                <a:path w="1445400" h="1445400">
                  <a:moveTo>
                    <a:pt x="0" y="0"/>
                  </a:moveTo>
                  <a:lnTo>
                    <a:pt x="1445401" y="0"/>
                  </a:lnTo>
                  <a:lnTo>
                    <a:pt x="1445401" y="1445400"/>
                  </a:lnTo>
                  <a:lnTo>
                    <a:pt x="0" y="1445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3" name="Freeform 43"/>
            <p:cNvSpPr/>
            <p:nvPr/>
          </p:nvSpPr>
          <p:spPr>
            <a:xfrm>
              <a:off x="2251933" y="96216"/>
              <a:ext cx="1419049" cy="1312430"/>
            </a:xfrm>
            <a:custGeom>
              <a:avLst/>
              <a:gdLst/>
              <a:ahLst/>
              <a:cxnLst/>
              <a:rect l="l" t="t" r="r" b="b"/>
              <a:pathLst>
                <a:path w="1419049" h="1312430">
                  <a:moveTo>
                    <a:pt x="0" y="0"/>
                  </a:moveTo>
                  <a:lnTo>
                    <a:pt x="1419049" y="0"/>
                  </a:lnTo>
                  <a:lnTo>
                    <a:pt x="1419049" y="1312430"/>
                  </a:lnTo>
                  <a:lnTo>
                    <a:pt x="0" y="13124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</p:sp>
        <p:sp>
          <p:nvSpPr>
            <p:cNvPr id="44" name="Freeform 44"/>
            <p:cNvSpPr/>
            <p:nvPr/>
          </p:nvSpPr>
          <p:spPr>
            <a:xfrm>
              <a:off x="2234765" y="0"/>
              <a:ext cx="1453385" cy="1453385"/>
            </a:xfrm>
            <a:custGeom>
              <a:avLst/>
              <a:gdLst/>
              <a:ahLst/>
              <a:cxnLst/>
              <a:rect l="l" t="t" r="r" b="b"/>
              <a:pathLst>
                <a:path w="1453385" h="1453385">
                  <a:moveTo>
                    <a:pt x="0" y="0"/>
                  </a:moveTo>
                  <a:lnTo>
                    <a:pt x="1453385" y="0"/>
                  </a:lnTo>
                  <a:lnTo>
                    <a:pt x="1453385" y="1453385"/>
                  </a:lnTo>
                  <a:lnTo>
                    <a:pt x="0" y="14533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5" name="Freeform 45"/>
            <p:cNvSpPr/>
            <p:nvPr/>
          </p:nvSpPr>
          <p:spPr>
            <a:xfrm>
              <a:off x="2318477" y="83712"/>
              <a:ext cx="1285960" cy="1285960"/>
            </a:xfrm>
            <a:custGeom>
              <a:avLst/>
              <a:gdLst/>
              <a:ahLst/>
              <a:cxnLst/>
              <a:rect l="l" t="t" r="r" b="b"/>
              <a:pathLst>
                <a:path w="1285960" h="1285960">
                  <a:moveTo>
                    <a:pt x="0" y="0"/>
                  </a:moveTo>
                  <a:lnTo>
                    <a:pt x="1285960" y="0"/>
                  </a:lnTo>
                  <a:lnTo>
                    <a:pt x="1285960" y="1285960"/>
                  </a:lnTo>
                  <a:lnTo>
                    <a:pt x="0" y="1285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alphaModFix amt="86000"/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46" name="Freeform 46"/>
            <p:cNvSpPr/>
            <p:nvPr/>
          </p:nvSpPr>
          <p:spPr>
            <a:xfrm>
              <a:off x="233704" y="15786"/>
              <a:ext cx="1448338" cy="1453385"/>
            </a:xfrm>
            <a:custGeom>
              <a:avLst/>
              <a:gdLst/>
              <a:ahLst/>
              <a:cxnLst/>
              <a:rect l="l" t="t" r="r" b="b"/>
              <a:pathLst>
                <a:path w="1448338" h="1453385">
                  <a:moveTo>
                    <a:pt x="0" y="0"/>
                  </a:moveTo>
                  <a:lnTo>
                    <a:pt x="1448338" y="0"/>
                  </a:lnTo>
                  <a:lnTo>
                    <a:pt x="1448338" y="1453385"/>
                  </a:lnTo>
                  <a:lnTo>
                    <a:pt x="0" y="14533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/>
              </a:stretch>
            </a:blipFill>
          </p:spPr>
        </p:sp>
        <p:sp>
          <p:nvSpPr>
            <p:cNvPr id="47" name="Freeform 47"/>
            <p:cNvSpPr/>
            <p:nvPr/>
          </p:nvSpPr>
          <p:spPr>
            <a:xfrm>
              <a:off x="4196512" y="0"/>
              <a:ext cx="1198092" cy="1437599"/>
            </a:xfrm>
            <a:custGeom>
              <a:avLst/>
              <a:gdLst/>
              <a:ahLst/>
              <a:cxnLst/>
              <a:rect l="l" t="t" r="r" b="b"/>
              <a:pathLst>
                <a:path w="1198092" h="1437599">
                  <a:moveTo>
                    <a:pt x="0" y="0"/>
                  </a:moveTo>
                  <a:lnTo>
                    <a:pt x="1198092" y="0"/>
                  </a:lnTo>
                  <a:lnTo>
                    <a:pt x="1198092" y="1437599"/>
                  </a:lnTo>
                  <a:lnTo>
                    <a:pt x="0" y="14375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-81667" t="-50907" r="-87664" b="-73553"/>
              </a:stretch>
            </a:blipFill>
          </p:spPr>
        </p:sp>
      </p:grpSp>
      <p:sp>
        <p:nvSpPr>
          <p:cNvPr id="48" name="TextBox 48"/>
          <p:cNvSpPr txBox="1"/>
          <p:nvPr/>
        </p:nvSpPr>
        <p:spPr>
          <a:xfrm>
            <a:off x="535992" y="2859365"/>
            <a:ext cx="14010660" cy="5468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3753" lvl="1" indent="-301876" algn="just">
              <a:lnSpc>
                <a:spcPts val="3915"/>
              </a:lnSpc>
              <a:buFont typeface="Arial"/>
              <a:buChar char="•"/>
            </a:pPr>
            <a:r>
              <a:rPr lang="en-US" sz="2796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You may add 1 extra slide only for “Solution Overview” if needed.</a:t>
            </a:r>
          </a:p>
          <a:p>
            <a:pPr marL="603753" lvl="1" indent="-301876" algn="just">
              <a:lnSpc>
                <a:spcPts val="3915"/>
              </a:lnSpc>
              <a:buFont typeface="Arial"/>
              <a:buChar char="•"/>
            </a:pPr>
            <a:r>
              <a:rPr lang="en-US" sz="2796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Do not remove, edit, or alter any logos or change the given theme of the template.</a:t>
            </a:r>
          </a:p>
          <a:p>
            <a:pPr marL="603753" lvl="1" indent="-301876" algn="just">
              <a:lnSpc>
                <a:spcPts val="3915"/>
              </a:lnSpc>
              <a:buFont typeface="Arial"/>
              <a:buChar char="•"/>
            </a:pPr>
            <a:r>
              <a:rPr lang="en-US" sz="2796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Submit your final presentation in .PPTX format only.</a:t>
            </a:r>
          </a:p>
          <a:p>
            <a:pPr marL="603753" lvl="1" indent="-301876" algn="just">
              <a:lnSpc>
                <a:spcPts val="3915"/>
              </a:lnSpc>
              <a:buFont typeface="Arial"/>
              <a:buChar char="•"/>
            </a:pPr>
            <a:r>
              <a:rPr lang="en-US" sz="2796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submitted presentation will be treated as final and evaluated for the next round.</a:t>
            </a:r>
          </a:p>
          <a:p>
            <a:pPr marL="603753" lvl="1" indent="-301876" algn="just">
              <a:lnSpc>
                <a:spcPts val="3915"/>
              </a:lnSpc>
              <a:buFont typeface="Arial"/>
              <a:buChar char="•"/>
            </a:pPr>
            <a:r>
              <a:rPr lang="en-US" sz="2796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Ensure all team details and problem statements are clearly mentioned.</a:t>
            </a:r>
          </a:p>
          <a:p>
            <a:pPr marL="603753" lvl="1" indent="-301876" algn="just">
              <a:lnSpc>
                <a:spcPts val="3915"/>
              </a:lnSpc>
              <a:buFont typeface="Arial"/>
              <a:buChar char="•"/>
            </a:pPr>
            <a:r>
              <a:rPr lang="en-US" sz="2796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Keep the presentation clean, readable, and within the slide limit.</a:t>
            </a:r>
          </a:p>
          <a:p>
            <a:pPr marL="603753" lvl="1" indent="-301876" algn="just">
              <a:lnSpc>
                <a:spcPts val="3915"/>
              </a:lnSpc>
              <a:buFont typeface="Arial"/>
              <a:buChar char="•"/>
            </a:pPr>
            <a:r>
              <a:rPr lang="en-US" sz="2796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Delete instruction slide before submission.</a:t>
            </a:r>
          </a:p>
          <a:p>
            <a:pPr marL="603753" lvl="1" indent="-301876" algn="just">
              <a:lnSpc>
                <a:spcPts val="3915"/>
              </a:lnSpc>
              <a:buFont typeface="Arial"/>
              <a:buChar char="•"/>
            </a:pPr>
            <a:r>
              <a:rPr lang="en-US" sz="2796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Add team member images in the “Tech Team” section.</a:t>
            </a:r>
          </a:p>
          <a:p>
            <a:pPr marL="603753" lvl="1" indent="-301876" algn="just">
              <a:lnSpc>
                <a:spcPts val="3915"/>
              </a:lnSpc>
              <a:spcBef>
                <a:spcPct val="0"/>
              </a:spcBef>
              <a:buFont typeface="Arial"/>
              <a:buChar char="•"/>
            </a:pPr>
            <a:r>
              <a:rPr lang="en-US" sz="2796" b="1" dirty="0">
                <a:solidFill>
                  <a:srgbClr val="000000"/>
                </a:solidFill>
                <a:latin typeface="Canva Sans Bold"/>
              </a:rPr>
              <a:t>Each team is allowed to participate in only one problem statement.</a:t>
            </a:r>
            <a:endParaRPr lang="en-US" sz="2796" b="1" dirty="0">
              <a:solidFill>
                <a:srgbClr val="000000"/>
              </a:solidFill>
              <a:latin typeface="Canva Sans Bold"/>
              <a:sym typeface="Canva Sans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413</Words>
  <Application>Microsoft Office PowerPoint</Application>
  <PresentationFormat>Custom</PresentationFormat>
  <Paragraphs>99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Futura Ultra-Bold</vt:lpstr>
      <vt:lpstr>Canva Sans Bold</vt:lpstr>
      <vt:lpstr>Bitter Bold</vt:lpstr>
      <vt:lpstr>Garet</vt:lpstr>
      <vt:lpstr>Calibri</vt:lpstr>
      <vt:lpstr>Arial</vt:lpstr>
      <vt:lpstr>Garet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Codecratz Ppt</dc:title>
  <cp:lastModifiedBy>Arush Wavhal</cp:lastModifiedBy>
  <cp:revision>8</cp:revision>
  <dcterms:created xsi:type="dcterms:W3CDTF">2006-08-16T00:00:00Z</dcterms:created>
  <dcterms:modified xsi:type="dcterms:W3CDTF">2025-11-15T17:33:57Z</dcterms:modified>
  <dc:identifier>DAGVISl6y4A</dc:identifier>
</cp:coreProperties>
</file>